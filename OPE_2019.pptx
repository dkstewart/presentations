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64" r:id="rId2"/>
  </p:sldMasterIdLst>
  <p:notesMasterIdLst>
    <p:notesMasterId r:id="rId36"/>
  </p:notesMasterIdLst>
  <p:sldIdLst>
    <p:sldId id="256" r:id="rId3"/>
    <p:sldId id="257" r:id="rId4"/>
    <p:sldId id="258" r:id="rId5"/>
    <p:sldId id="259" r:id="rId6"/>
    <p:sldId id="29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2" r:id="rId35"/>
  </p:sldIdLst>
  <p:sldSz cx="9144000" cy="6858000" type="screen4x3"/>
  <p:notesSz cx="7010400" cy="9296400"/>
  <p:embeddedFontLst>
    <p:embeddedFont>
      <p:font typeface="Arial Black" panose="020B0A04020102020204" pitchFamily="34" charset="0"/>
      <p:regular r:id="rId37"/>
      <p:bold r:id="rId38"/>
    </p:embeddedFont>
    <p:embeddedFont>
      <p:font typeface="Century Gothic" panose="020B0502020202020204" pitchFamily="34" charset="0"/>
      <p:regular r:id="rId39"/>
      <p:bold r:id="rId40"/>
      <p:italic r:id="rId41"/>
      <p:boldItalic r:id="rId42"/>
    </p:embeddedFont>
    <p:embeddedFont>
      <p:font typeface="Calibri" panose="020F0502020204030204" pitchFamily="34" charset="0"/>
      <p:regular r:id="rId43"/>
      <p:bold r:id="rId44"/>
      <p:italic r:id="rId45"/>
      <p:boldItalic r:id="rId46"/>
    </p:embeddedFont>
    <p:embeddedFont>
      <p:font typeface="Verdana" panose="020B0604030504040204" pitchFamily="34" charset="0"/>
      <p:regular r:id="rId47"/>
      <p:bold r:id="rId48"/>
      <p:italic r:id="rId49"/>
      <p:boldItalic r:id="rId50"/>
    </p:embeddedFont>
    <p:embeddedFont>
      <p:font typeface="Questrial" panose="020B0604020202020204"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AB2346-65C5-4B47-8DC6-E3ACFE488C60}">
  <a:tblStyle styleId="{2BAB2346-65C5-4B47-8DC6-E3ACFE488C60}" styleName="Table_0">
    <a:wholeTbl>
      <a:tcTxStyle b="off" i="off">
        <a:font>
          <a:latin typeface="Verdana"/>
          <a:ea typeface="Verdana"/>
          <a:cs typeface="Verdan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1F2E7"/>
          </a:solidFill>
        </a:fill>
      </a:tcStyle>
    </a:wholeTbl>
    <a:band1H>
      <a:tcTxStyle/>
      <a:tcStyle>
        <a:tcBdr/>
        <a:fill>
          <a:solidFill>
            <a:srgbClr val="E2E5CB"/>
          </a:solidFill>
        </a:fill>
      </a:tcStyle>
    </a:band1H>
    <a:band2H>
      <a:tcTxStyle/>
      <a:tcStyle>
        <a:tcBdr/>
      </a:tcStyle>
    </a:band2H>
    <a:band1V>
      <a:tcTxStyle/>
      <a:tcStyle>
        <a:tcBdr/>
        <a:fill>
          <a:solidFill>
            <a:srgbClr val="E2E5CB"/>
          </a:solidFill>
        </a:fill>
      </a:tcStyle>
    </a:band1V>
    <a:band2V>
      <a:tcTxStyle/>
      <a:tcStyle>
        <a:tcBdr/>
      </a:tcStyle>
    </a:band2V>
    <a:lastCol>
      <a:tcTxStyle b="on" i="off">
        <a:font>
          <a:latin typeface="Verdana"/>
          <a:ea typeface="Verdana"/>
          <a:cs typeface="Verdana"/>
        </a:font>
        <a:schemeClr val="lt1"/>
      </a:tcTxStyle>
      <a:tcStyle>
        <a:tcBdr/>
        <a:fill>
          <a:solidFill>
            <a:schemeClr val="accent1"/>
          </a:solidFill>
        </a:fill>
      </a:tcStyle>
    </a:lastCol>
    <a:firstCol>
      <a:tcTxStyle b="on" i="off">
        <a:font>
          <a:latin typeface="Verdana"/>
          <a:ea typeface="Verdana"/>
          <a:cs typeface="Verdana"/>
        </a:font>
        <a:schemeClr val="lt1"/>
      </a:tcTxStyle>
      <a:tcStyle>
        <a:tcBdr/>
        <a:fill>
          <a:solidFill>
            <a:schemeClr val="accent1"/>
          </a:solidFill>
        </a:fill>
      </a:tcStyle>
    </a:firstCol>
    <a:lastRow>
      <a:tcTxStyle b="on" i="off">
        <a:font>
          <a:latin typeface="Verdana"/>
          <a:ea typeface="Verdana"/>
          <a:cs typeface="Verdan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Verdana"/>
          <a:ea typeface="Verdana"/>
          <a:cs typeface="Verdan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688" y="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19-01-28T14:06:27.974" idx="1">
    <p:pos x="6000" y="0"/>
    <p:text>Slide repeated?
-Mats Heimdahl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8049"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0784" y="0"/>
            <a:ext cx="3038049"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30010"/>
            <a:ext cx="3038049"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104" name="Google Shape;104;p1:notes"/>
          <p:cNvSpPr>
            <a:spLocks noGrp="1" noRot="1" noChangeAspect="1"/>
          </p:cNvSpPr>
          <p:nvPr>
            <p:ph type="sldImg" idx="2"/>
          </p:nvPr>
        </p:nvSpPr>
        <p:spPr>
          <a:xfrm>
            <a:off x="1184275" y="698500"/>
            <a:ext cx="4643438"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1:notes"/>
          <p:cNvSpPr txBox="1">
            <a:spLocks noGrp="1"/>
          </p:cNvSpPr>
          <p:nvPr>
            <p:ph type="body" idx="1"/>
          </p:nvPr>
        </p:nvSpPr>
        <p:spPr>
          <a:xfrm>
            <a:off x="700727" y="441422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2</a:t>
            </a:fld>
            <a:endParaRPr/>
          </a:p>
        </p:txBody>
      </p:sp>
      <p:sp>
        <p:nvSpPr>
          <p:cNvPr id="113" name="Google Shape;113;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p2:notes"/>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r>
              <a:rPr lang="en-US"/>
              <a:t>Safety engineers do most of the analysis activities like fault tree creation manually, based on a lot of informal requirements and design documents. These analyses seem to be quite subjective and highly dependent on the skill and experience of the safety engineers. Thus, it is not surprising that different safety engineers will quite often produce fault trees, which may differ in substantial ways. It is only through a rigorous review process that a concensus will be built on the correct fault tree, which captures the right fault behavior. We think that the review process implicitly consolidates existing information from various documents and then completes it with unspecified details architectural and fault behaviors. It would be great if all these activities would be based off a comprehensive system architecture.</a:t>
            </a:r>
            <a:endParaRPr/>
          </a:p>
          <a:p>
            <a:pPr marL="0" lvl="0" indent="0" algn="l" rtl="0">
              <a:spcBef>
                <a:spcPts val="360"/>
              </a:spcBef>
              <a:spcAft>
                <a:spcPts val="0"/>
              </a:spcAft>
              <a:buNone/>
            </a:pPr>
            <a:r>
              <a:rPr lang="en-US"/>
              <a:t>We also observe that due to the complexity of the systems involved, it is possible that the fault trees may not capture involved fault scenarios that may occur due to complex interactions between components.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3: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150" name="Google Shape;150;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p3:notes"/>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4</a:t>
            </a:fld>
            <a:endParaRPr/>
          </a:p>
        </p:txBody>
      </p:sp>
      <p:sp>
        <p:nvSpPr>
          <p:cNvPr id="165" name="Google Shape;165;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p4:notes"/>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r>
              <a:rPr lang="en-US"/>
              <a:t>Steve’s slide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8: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76" name="Google Shape;376;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9: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83" name="Google Shape;383;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0: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90" name="Google Shape;390;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1: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97" name="Google Shape;397;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2: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404" name="Google Shape;404;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5" name="Google Shape;405;p12:notes"/>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13: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622" name="Google Shape;622;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14: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628" name="Google Shape;628;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2" name="Google Shape;642;p15:notes"/>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r>
              <a:rPr lang="en-US"/>
              <a:t>START AGREE HERE</a:t>
            </a:r>
            <a:endParaRPr/>
          </a:p>
        </p:txBody>
      </p:sp>
      <p:sp>
        <p:nvSpPr>
          <p:cNvPr id="643" name="Google Shape;643;p15: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16: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747" name="Google Shape;747;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17: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753" name="Google Shape;753;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18: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758" name="Google Shape;758;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19: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17</a:t>
            </a:fld>
            <a:endParaRPr sz="1200">
              <a:solidFill>
                <a:schemeClr val="dk1"/>
              </a:solidFill>
              <a:latin typeface="Arial"/>
              <a:ea typeface="Arial"/>
              <a:cs typeface="Arial"/>
              <a:sym typeface="Arial"/>
            </a:endParaRPr>
          </a:p>
        </p:txBody>
      </p:sp>
      <p:sp>
        <p:nvSpPr>
          <p:cNvPr id="791" name="Google Shape;791;p19:notes"/>
          <p:cNvSpPr>
            <a:spLocks noGrp="1" noRot="1" noChangeAspect="1"/>
          </p:cNvSpPr>
          <p:nvPr>
            <p:ph type="sldImg" idx="2"/>
          </p:nvPr>
        </p:nvSpPr>
        <p:spPr>
          <a:xfrm>
            <a:off x="1182688" y="698500"/>
            <a:ext cx="4646612"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2" name="Google Shape;792;p19:notes"/>
          <p:cNvSpPr txBox="1">
            <a:spLocks noGrp="1"/>
          </p:cNvSpPr>
          <p:nvPr>
            <p:ph type="body" idx="1"/>
          </p:nvPr>
        </p:nvSpPr>
        <p:spPr>
          <a:xfrm>
            <a:off x="700728" y="441422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21: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18</a:t>
            </a:fld>
            <a:endParaRPr sz="1200">
              <a:solidFill>
                <a:schemeClr val="dk1"/>
              </a:solidFill>
              <a:latin typeface="Arial"/>
              <a:ea typeface="Arial"/>
              <a:cs typeface="Arial"/>
              <a:sym typeface="Arial"/>
            </a:endParaRPr>
          </a:p>
        </p:txBody>
      </p:sp>
      <p:sp>
        <p:nvSpPr>
          <p:cNvPr id="944" name="Google Shape;944;p21:notes"/>
          <p:cNvSpPr>
            <a:spLocks noGrp="1" noRot="1" noChangeAspect="1"/>
          </p:cNvSpPr>
          <p:nvPr>
            <p:ph type="sldImg" idx="2"/>
          </p:nvPr>
        </p:nvSpPr>
        <p:spPr>
          <a:xfrm>
            <a:off x="1182688" y="698500"/>
            <a:ext cx="4646612"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5" name="Google Shape;945;p21:notes"/>
          <p:cNvSpPr txBox="1">
            <a:spLocks noGrp="1"/>
          </p:cNvSpPr>
          <p:nvPr>
            <p:ph type="body" idx="1"/>
          </p:nvPr>
        </p:nvSpPr>
        <p:spPr>
          <a:xfrm>
            <a:off x="700728" y="441422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2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21" name="Google Shape;1021;p22:notes"/>
          <p:cNvSpPr txBox="1">
            <a:spLocks noGrp="1"/>
          </p:cNvSpPr>
          <p:nvPr>
            <p:ph type="body" idx="1"/>
          </p:nvPr>
        </p:nvSpPr>
        <p:spPr>
          <a:xfrm>
            <a:off x="700727" y="4415790"/>
            <a:ext cx="5608947" cy="4183380"/>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r>
              <a:rPr lang="en-US"/>
              <a:t>Maybe remove, check on other agree slides</a:t>
            </a:r>
            <a:endParaRPr/>
          </a:p>
        </p:txBody>
      </p:sp>
      <p:sp>
        <p:nvSpPr>
          <p:cNvPr id="1022" name="Google Shape;1022;p22:notes"/>
          <p:cNvSpPr txBox="1">
            <a:spLocks noGrp="1"/>
          </p:cNvSpPr>
          <p:nvPr>
            <p:ph type="sldNum" idx="12"/>
          </p:nvPr>
        </p:nvSpPr>
        <p:spPr>
          <a:xfrm>
            <a:off x="3970784" y="8830010"/>
            <a:ext cx="3038049" cy="46482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23: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29" name="Google Shape;1029;p2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24: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35" name="Google Shape;1035;p2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25: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56" name="Google Shape;1056;p2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26: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62" name="Google Shape;1062;p2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27: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70" name="Google Shape;1070;p2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p28: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76" name="Google Shape;1076;p2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29: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088" name="Google Shape;1088;p2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30: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00" name="Google Shape;1100;p3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p31: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12" name="Google Shape;1112;p3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p32: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24" name="Google Shape;1124;p3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p33: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31" name="Google Shape;1131;p3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p34:notes"/>
          <p:cNvSpPr txBox="1">
            <a:spLocks noGrp="1"/>
          </p:cNvSpPr>
          <p:nvPr>
            <p:ph type="body" idx="1"/>
          </p:nvPr>
        </p:nvSpPr>
        <p:spPr>
          <a:xfrm>
            <a:off x="700727" y="4415790"/>
            <a:ext cx="5608947" cy="418338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38" name="Google Shape;1138;p3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g4ddb0a003a_0_0:notes"/>
          <p:cNvSpPr txBox="1">
            <a:spLocks noGrp="1"/>
          </p:cNvSpPr>
          <p:nvPr>
            <p:ph type="body" idx="1"/>
          </p:nvPr>
        </p:nvSpPr>
        <p:spPr>
          <a:xfrm>
            <a:off x="700727" y="4415790"/>
            <a:ext cx="5608800" cy="4183500"/>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45" name="Google Shape;1145;g4ddb0a003a_0_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
          <p:cNvSpPr/>
          <p:nvPr/>
        </p:nvSpPr>
        <p:spPr>
          <a:xfrm>
            <a:off x="-31750" y="0"/>
            <a:ext cx="3781425" cy="6861175"/>
          </a:xfrm>
          <a:custGeom>
            <a:avLst/>
            <a:gdLst/>
            <a:ahLst/>
            <a:cxnLst/>
            <a:rect l="l" t="t" r="r" b="b"/>
            <a:pathLst>
              <a:path w="2382" h="4322" extrusionOk="0">
                <a:moveTo>
                  <a:pt x="0" y="4320"/>
                </a:moveTo>
                <a:lnTo>
                  <a:pt x="0" y="0"/>
                </a:lnTo>
                <a:lnTo>
                  <a:pt x="2382" y="0"/>
                </a:lnTo>
                <a:lnTo>
                  <a:pt x="446" y="4322"/>
                </a:lnTo>
                <a:lnTo>
                  <a:pt x="0" y="4320"/>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nvGrpSpPr>
          <p:cNvPr id="20" name="Google Shape;20;p2"/>
          <p:cNvGrpSpPr/>
          <p:nvPr/>
        </p:nvGrpSpPr>
        <p:grpSpPr>
          <a:xfrm>
            <a:off x="7172325" y="0"/>
            <a:ext cx="1562100" cy="209550"/>
            <a:chOff x="4518" y="0"/>
            <a:chExt cx="984" cy="132"/>
          </a:xfrm>
        </p:grpSpPr>
        <p:sp>
          <p:nvSpPr>
            <p:cNvPr id="21" name="Google Shape;21;p2"/>
            <p:cNvSpPr/>
            <p:nvPr/>
          </p:nvSpPr>
          <p:spPr>
            <a:xfrm>
              <a:off x="45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 name="Google Shape;22;p2"/>
            <p:cNvSpPr/>
            <p:nvPr/>
          </p:nvSpPr>
          <p:spPr>
            <a:xfrm>
              <a:off x="4870"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 name="Google Shape;23;p2"/>
            <p:cNvSpPr/>
            <p:nvPr/>
          </p:nvSpPr>
          <p:spPr>
            <a:xfrm>
              <a:off x="52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pic>
        <p:nvPicPr>
          <p:cNvPr id="24" name="Google Shape;24;p2" descr="RClogo_col_spot"/>
          <p:cNvPicPr preferRelativeResize="0"/>
          <p:nvPr/>
        </p:nvPicPr>
        <p:blipFill rotWithShape="1">
          <a:blip r:embed="rId2">
            <a:alphaModFix/>
          </a:blip>
          <a:srcRect/>
          <a:stretch/>
        </p:blipFill>
        <p:spPr>
          <a:xfrm>
            <a:off x="6311900" y="5895975"/>
            <a:ext cx="2403475" cy="569913"/>
          </a:xfrm>
          <a:prstGeom prst="rect">
            <a:avLst/>
          </a:prstGeom>
          <a:noFill/>
          <a:ln>
            <a:noFill/>
          </a:ln>
        </p:spPr>
      </p:pic>
      <p:sp>
        <p:nvSpPr>
          <p:cNvPr id="25" name="Google Shape;25;p2"/>
          <p:cNvSpPr txBox="1">
            <a:spLocks noGrp="1"/>
          </p:cNvSpPr>
          <p:nvPr>
            <p:ph type="ctrTitle"/>
          </p:nvPr>
        </p:nvSpPr>
        <p:spPr>
          <a:xfrm>
            <a:off x="609600" y="2130425"/>
            <a:ext cx="7848600" cy="61277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sz="2800" b="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
          <p:cNvSpPr txBox="1">
            <a:spLocks noGrp="1"/>
          </p:cNvSpPr>
          <p:nvPr>
            <p:ph type="subTitle" idx="1"/>
          </p:nvPr>
        </p:nvSpPr>
        <p:spPr>
          <a:xfrm>
            <a:off x="609600" y="3124200"/>
            <a:ext cx="6477000" cy="1371600"/>
          </a:xfrm>
          <a:prstGeom prst="rect">
            <a:avLst/>
          </a:prstGeom>
          <a:noFill/>
          <a:ln>
            <a:noFill/>
          </a:ln>
        </p:spPr>
        <p:txBody>
          <a:bodyPr spcFirstLastPara="1" wrap="square" lIns="91425" tIns="45700" rIns="91425" bIns="45700" anchor="t" anchorCtr="0"/>
          <a:lstStyle>
            <a:lvl1pPr lvl="0" algn="l">
              <a:spcBef>
                <a:spcPts val="440"/>
              </a:spcBef>
              <a:spcAft>
                <a:spcPts val="0"/>
              </a:spcAft>
              <a:buClr>
                <a:schemeClr val="dk1"/>
              </a:buClr>
              <a:buSzPts val="2200"/>
              <a:buFont typeface="Verdana"/>
              <a:buNone/>
              <a:defRPr sz="2200"/>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pic>
        <p:nvPicPr>
          <p:cNvPr id="27" name="Google Shape;27;p2" descr="C:\Documents and Settings\ddcofer\My Documents\Projects\hacms\logos\UMN-v2.png"/>
          <p:cNvPicPr preferRelativeResize="0"/>
          <p:nvPr/>
        </p:nvPicPr>
        <p:blipFill rotWithShape="1">
          <a:blip r:embed="rId3">
            <a:alphaModFix/>
          </a:blip>
          <a:srcRect/>
          <a:stretch/>
        </p:blipFill>
        <p:spPr>
          <a:xfrm>
            <a:off x="4914900" y="5928898"/>
            <a:ext cx="952500" cy="624302"/>
          </a:xfrm>
          <a:prstGeom prst="rect">
            <a:avLst/>
          </a:prstGeom>
          <a:noFill/>
          <a:ln>
            <a:noFill/>
          </a:ln>
        </p:spPr>
      </p:pic>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7"/>
        <p:cNvGrpSpPr/>
        <p:nvPr/>
      </p:nvGrpSpPr>
      <p:grpSpPr>
        <a:xfrm>
          <a:off x="0" y="0"/>
          <a:ext cx="0" cy="0"/>
          <a:chOff x="0" y="0"/>
          <a:chExt cx="0" cy="0"/>
        </a:xfrm>
      </p:grpSpPr>
      <p:sp>
        <p:nvSpPr>
          <p:cNvPr id="38" name="Google Shape;38;p4"/>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4"/>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b="0" i="0" u="none" strike="noStrike" cap="none">
                <a:solidFill>
                  <a:schemeClr val="dk1"/>
                </a:solidFill>
                <a:latin typeface="Verdana"/>
                <a:ea typeface="Verdana"/>
                <a:cs typeface="Verdana"/>
                <a:sym typeface="Verdana"/>
              </a:defRPr>
            </a:lvl1pPr>
            <a:lvl2pPr marL="0" marR="0" lvl="1" indent="0" algn="r">
              <a:spcBef>
                <a:spcPts val="0"/>
              </a:spcBef>
              <a:spcAft>
                <a:spcPts val="0"/>
              </a:spcAft>
              <a:buNone/>
              <a:defRPr sz="1000" b="0" i="0" u="none" strike="noStrike" cap="none">
                <a:solidFill>
                  <a:schemeClr val="dk1"/>
                </a:solidFill>
                <a:latin typeface="Verdana"/>
                <a:ea typeface="Verdana"/>
                <a:cs typeface="Verdana"/>
                <a:sym typeface="Verdana"/>
              </a:defRPr>
            </a:lvl2pPr>
            <a:lvl3pPr marL="0" marR="0" lvl="2" indent="0" algn="r">
              <a:spcBef>
                <a:spcPts val="0"/>
              </a:spcBef>
              <a:spcAft>
                <a:spcPts val="0"/>
              </a:spcAft>
              <a:buNone/>
              <a:defRPr sz="1000" b="0" i="0" u="none" strike="noStrike" cap="none">
                <a:solidFill>
                  <a:schemeClr val="dk1"/>
                </a:solidFill>
                <a:latin typeface="Verdana"/>
                <a:ea typeface="Verdana"/>
                <a:cs typeface="Verdana"/>
                <a:sym typeface="Verdana"/>
              </a:defRPr>
            </a:lvl3pPr>
            <a:lvl4pPr marL="0" marR="0" lvl="3" indent="0" algn="r">
              <a:spcBef>
                <a:spcPts val="0"/>
              </a:spcBef>
              <a:spcAft>
                <a:spcPts val="0"/>
              </a:spcAft>
              <a:buNone/>
              <a:defRPr sz="1000" b="0" i="0" u="none" strike="noStrike" cap="none">
                <a:solidFill>
                  <a:schemeClr val="dk1"/>
                </a:solidFill>
                <a:latin typeface="Verdana"/>
                <a:ea typeface="Verdana"/>
                <a:cs typeface="Verdana"/>
                <a:sym typeface="Verdana"/>
              </a:defRPr>
            </a:lvl4pPr>
            <a:lvl5pPr marL="0" marR="0" lvl="4" indent="0" algn="r">
              <a:spcBef>
                <a:spcPts val="0"/>
              </a:spcBef>
              <a:spcAft>
                <a:spcPts val="0"/>
              </a:spcAft>
              <a:buNone/>
              <a:defRPr sz="1000" b="0" i="0" u="none" strike="noStrike" cap="none">
                <a:solidFill>
                  <a:schemeClr val="dk1"/>
                </a:solidFill>
                <a:latin typeface="Verdana"/>
                <a:ea typeface="Verdana"/>
                <a:cs typeface="Verdana"/>
                <a:sym typeface="Verdana"/>
              </a:defRPr>
            </a:lvl5pPr>
            <a:lvl6pPr marL="0" marR="0" lvl="5" indent="0" algn="r">
              <a:spcBef>
                <a:spcPts val="0"/>
              </a:spcBef>
              <a:spcAft>
                <a:spcPts val="0"/>
              </a:spcAft>
              <a:buNone/>
              <a:defRPr sz="1000" b="0" i="0" u="none" strike="noStrike" cap="none">
                <a:solidFill>
                  <a:schemeClr val="dk1"/>
                </a:solidFill>
                <a:latin typeface="Verdana"/>
                <a:ea typeface="Verdana"/>
                <a:cs typeface="Verdana"/>
                <a:sym typeface="Verdana"/>
              </a:defRPr>
            </a:lvl6pPr>
            <a:lvl7pPr marL="0" marR="0" lvl="6" indent="0" algn="r">
              <a:spcBef>
                <a:spcPts val="0"/>
              </a:spcBef>
              <a:spcAft>
                <a:spcPts val="0"/>
              </a:spcAft>
              <a:buNone/>
              <a:defRPr sz="1000" b="0" i="0" u="none" strike="noStrike" cap="none">
                <a:solidFill>
                  <a:schemeClr val="dk1"/>
                </a:solidFill>
                <a:latin typeface="Verdana"/>
                <a:ea typeface="Verdana"/>
                <a:cs typeface="Verdana"/>
                <a:sym typeface="Verdana"/>
              </a:defRPr>
            </a:lvl7pPr>
            <a:lvl8pPr marL="0" marR="0" lvl="7" indent="0" algn="r">
              <a:spcBef>
                <a:spcPts val="0"/>
              </a:spcBef>
              <a:spcAft>
                <a:spcPts val="0"/>
              </a:spcAft>
              <a:buNone/>
              <a:defRPr sz="1000" b="0" i="0" u="none" strike="noStrike" cap="none">
                <a:solidFill>
                  <a:schemeClr val="dk1"/>
                </a:solidFill>
                <a:latin typeface="Verdana"/>
                <a:ea typeface="Verdana"/>
                <a:cs typeface="Verdana"/>
                <a:sym typeface="Verdana"/>
              </a:defRPr>
            </a:lvl8pPr>
            <a:lvl9pPr marL="0" marR="0" lvl="8" indent="0" algn="r">
              <a:spcBef>
                <a:spcPts val="0"/>
              </a:spcBef>
              <a:spcAft>
                <a:spcPts val="0"/>
              </a:spcAft>
              <a:buNone/>
              <a:defRPr sz="1000" b="0" i="0" u="none" strike="noStrike" cap="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6"/>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46"/>
        <p:cNvGrpSpPr/>
        <p:nvPr/>
      </p:nvGrpSpPr>
      <p:grpSpPr>
        <a:xfrm>
          <a:off x="0" y="0"/>
          <a:ext cx="0" cy="0"/>
          <a:chOff x="0" y="0"/>
          <a:chExt cx="0" cy="0"/>
        </a:xfrm>
      </p:grpSpPr>
      <p:sp>
        <p:nvSpPr>
          <p:cNvPr id="47" name="Google Shape;47;p7"/>
          <p:cNvSpPr/>
          <p:nvPr/>
        </p:nvSpPr>
        <p:spPr>
          <a:xfrm>
            <a:off x="-31750" y="0"/>
            <a:ext cx="3781425" cy="6861175"/>
          </a:xfrm>
          <a:custGeom>
            <a:avLst/>
            <a:gdLst/>
            <a:ahLst/>
            <a:cxnLst/>
            <a:rect l="l" t="t" r="r" b="b"/>
            <a:pathLst>
              <a:path w="2382" h="4322" extrusionOk="0">
                <a:moveTo>
                  <a:pt x="0" y="4320"/>
                </a:moveTo>
                <a:lnTo>
                  <a:pt x="0" y="0"/>
                </a:lnTo>
                <a:lnTo>
                  <a:pt x="2382" y="0"/>
                </a:lnTo>
                <a:lnTo>
                  <a:pt x="446" y="4322"/>
                </a:lnTo>
                <a:lnTo>
                  <a:pt x="0" y="4320"/>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48" name="Google Shape;48;p7"/>
          <p:cNvGrpSpPr/>
          <p:nvPr/>
        </p:nvGrpSpPr>
        <p:grpSpPr>
          <a:xfrm>
            <a:off x="7172325" y="0"/>
            <a:ext cx="1562100" cy="209550"/>
            <a:chOff x="4518" y="0"/>
            <a:chExt cx="984" cy="132"/>
          </a:xfrm>
        </p:grpSpPr>
        <p:sp>
          <p:nvSpPr>
            <p:cNvPr id="49" name="Google Shape;49;p7"/>
            <p:cNvSpPr/>
            <p:nvPr/>
          </p:nvSpPr>
          <p:spPr>
            <a:xfrm>
              <a:off x="45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7"/>
            <p:cNvSpPr/>
            <p:nvPr/>
          </p:nvSpPr>
          <p:spPr>
            <a:xfrm>
              <a:off x="4870"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7"/>
            <p:cNvSpPr/>
            <p:nvPr/>
          </p:nvSpPr>
          <p:spPr>
            <a:xfrm>
              <a:off x="52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52" name="Google Shape;52;p7" descr="RClogo_col_spot"/>
          <p:cNvPicPr preferRelativeResize="0"/>
          <p:nvPr/>
        </p:nvPicPr>
        <p:blipFill rotWithShape="1">
          <a:blip r:embed="rId2">
            <a:alphaModFix/>
          </a:blip>
          <a:srcRect/>
          <a:stretch/>
        </p:blipFill>
        <p:spPr>
          <a:xfrm>
            <a:off x="6311900" y="5895975"/>
            <a:ext cx="2403475" cy="569913"/>
          </a:xfrm>
          <a:prstGeom prst="rect">
            <a:avLst/>
          </a:prstGeom>
          <a:noFill/>
          <a:ln>
            <a:noFill/>
          </a:ln>
        </p:spPr>
      </p:pic>
      <p:sp>
        <p:nvSpPr>
          <p:cNvPr id="53" name="Google Shape;53;p7"/>
          <p:cNvSpPr txBox="1">
            <a:spLocks noGrp="1"/>
          </p:cNvSpPr>
          <p:nvPr>
            <p:ph type="ctrTitle"/>
          </p:nvPr>
        </p:nvSpPr>
        <p:spPr>
          <a:xfrm>
            <a:off x="609600" y="2130425"/>
            <a:ext cx="7848600" cy="61277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sz="2800" b="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ubTitle" idx="1"/>
          </p:nvPr>
        </p:nvSpPr>
        <p:spPr>
          <a:xfrm>
            <a:off x="609600" y="3124200"/>
            <a:ext cx="6477000" cy="1371600"/>
          </a:xfrm>
          <a:prstGeom prst="rect">
            <a:avLst/>
          </a:prstGeom>
          <a:noFill/>
          <a:ln>
            <a:noFill/>
          </a:ln>
        </p:spPr>
        <p:txBody>
          <a:bodyPr spcFirstLastPara="1" wrap="square" lIns="91425" tIns="45700" rIns="91425" bIns="45700" anchor="t" anchorCtr="0"/>
          <a:lstStyle>
            <a:lvl1pPr lvl="0" algn="l">
              <a:spcBef>
                <a:spcPts val="440"/>
              </a:spcBef>
              <a:spcAft>
                <a:spcPts val="0"/>
              </a:spcAft>
              <a:buClr>
                <a:schemeClr val="dk1"/>
              </a:buClr>
              <a:buSzPts val="2200"/>
              <a:buFont typeface="Verdana"/>
              <a:buNone/>
              <a:defRPr sz="2200"/>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pic>
        <p:nvPicPr>
          <p:cNvPr id="55" name="Google Shape;55;p7" descr="C:\Documents and Settings\ddcofer\My Documents\Projects\hacms\logos\UMN-v2.png"/>
          <p:cNvPicPr preferRelativeResize="0"/>
          <p:nvPr/>
        </p:nvPicPr>
        <p:blipFill rotWithShape="1">
          <a:blip r:embed="rId3">
            <a:alphaModFix/>
          </a:blip>
          <a:srcRect/>
          <a:stretch/>
        </p:blipFill>
        <p:spPr>
          <a:xfrm>
            <a:off x="4914900" y="5928898"/>
            <a:ext cx="952500" cy="624302"/>
          </a:xfrm>
          <a:prstGeom prst="rect">
            <a:avLst/>
          </a:prstGeom>
          <a:noFill/>
          <a:ln>
            <a:noFill/>
          </a:ln>
        </p:spPr>
      </p:pic>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lstStyle>
            <a:lvl1pPr marL="457200" lvl="0" indent="-228600" algn="l">
              <a:spcBef>
                <a:spcPts val="400"/>
              </a:spcBef>
              <a:spcAft>
                <a:spcPts val="0"/>
              </a:spcAft>
              <a:buClr>
                <a:schemeClr val="dk1"/>
              </a:buClr>
              <a:buSzPts val="2000"/>
              <a:buFont typeface="Verdana"/>
              <a:buNone/>
              <a:defRPr sz="2000"/>
            </a:lvl1pPr>
            <a:lvl2pPr marL="914400" lvl="1" indent="-228600" algn="l">
              <a:spcBef>
                <a:spcPts val="360"/>
              </a:spcBef>
              <a:spcAft>
                <a:spcPts val="0"/>
              </a:spcAft>
              <a:buClr>
                <a:schemeClr val="dk1"/>
              </a:buClr>
              <a:buSzPts val="1800"/>
              <a:buFont typeface="Verdana"/>
              <a:buNone/>
              <a:defRPr sz="1800"/>
            </a:lvl2pPr>
            <a:lvl3pPr marL="1371600" lvl="2" indent="-228600" algn="l">
              <a:spcBef>
                <a:spcPts val="320"/>
              </a:spcBef>
              <a:spcAft>
                <a:spcPts val="0"/>
              </a:spcAft>
              <a:buClr>
                <a:schemeClr val="dk1"/>
              </a:buClr>
              <a:buSzPts val="1600"/>
              <a:buFont typeface="Verdana"/>
              <a:buNone/>
              <a:defRPr sz="1600"/>
            </a:lvl3pPr>
            <a:lvl4pPr marL="1828800" lvl="3" indent="-228600" algn="l">
              <a:spcBef>
                <a:spcPts val="280"/>
              </a:spcBef>
              <a:spcAft>
                <a:spcPts val="0"/>
              </a:spcAft>
              <a:buClr>
                <a:schemeClr val="dk1"/>
              </a:buClr>
              <a:buSzPts val="1400"/>
              <a:buFont typeface="Verdana"/>
              <a:buNone/>
              <a:defRPr sz="1400"/>
            </a:lvl4pPr>
            <a:lvl5pPr marL="2286000" lvl="4" indent="-228600" algn="l">
              <a:spcBef>
                <a:spcPts val="280"/>
              </a:spcBef>
              <a:spcAft>
                <a:spcPts val="0"/>
              </a:spcAft>
              <a:buClr>
                <a:schemeClr val="dk1"/>
              </a:buClr>
              <a:buSzPts val="1400"/>
              <a:buFont typeface="Verdana"/>
              <a:buNone/>
              <a:defRPr sz="1400"/>
            </a:lvl5pPr>
            <a:lvl6pPr marL="2743200" lvl="5" indent="-228600" algn="l">
              <a:spcBef>
                <a:spcPts val="280"/>
              </a:spcBef>
              <a:spcAft>
                <a:spcPts val="0"/>
              </a:spcAft>
              <a:buClr>
                <a:schemeClr val="dk1"/>
              </a:buClr>
              <a:buSzPts val="1400"/>
              <a:buFont typeface="Verdana"/>
              <a:buNone/>
              <a:defRPr sz="1400"/>
            </a:lvl6pPr>
            <a:lvl7pPr marL="3200400" lvl="6" indent="-228600" algn="l">
              <a:spcBef>
                <a:spcPts val="280"/>
              </a:spcBef>
              <a:spcAft>
                <a:spcPts val="0"/>
              </a:spcAft>
              <a:buClr>
                <a:schemeClr val="dk1"/>
              </a:buClr>
              <a:buSzPts val="1400"/>
              <a:buFont typeface="Verdana"/>
              <a:buNone/>
              <a:defRPr sz="1400"/>
            </a:lvl7pPr>
            <a:lvl8pPr marL="3657600" lvl="7" indent="-228600" algn="l">
              <a:spcBef>
                <a:spcPts val="280"/>
              </a:spcBef>
              <a:spcAft>
                <a:spcPts val="0"/>
              </a:spcAft>
              <a:buClr>
                <a:schemeClr val="dk1"/>
              </a:buClr>
              <a:buSzPts val="1400"/>
              <a:buFont typeface="Verdana"/>
              <a:buNone/>
              <a:defRPr sz="1400"/>
            </a:lvl8pPr>
            <a:lvl9pPr marL="4114800" lvl="8" indent="-228600" algn="l">
              <a:spcBef>
                <a:spcPts val="280"/>
              </a:spcBef>
              <a:spcAft>
                <a:spcPts val="0"/>
              </a:spcAft>
              <a:buClr>
                <a:schemeClr val="dk1"/>
              </a:buClr>
              <a:buSzPts val="1400"/>
              <a:buFont typeface="Verdana"/>
              <a:buNone/>
              <a:defRPr sz="1400"/>
            </a:lvl9pPr>
          </a:lstStyle>
          <a:p>
            <a:endParaRPr/>
          </a:p>
        </p:txBody>
      </p:sp>
      <p:sp>
        <p:nvSpPr>
          <p:cNvPr id="59" name="Google Shape;59;p8"/>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762000" y="1600200"/>
            <a:ext cx="388620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Clr>
                <a:schemeClr val="dk1"/>
              </a:buClr>
              <a:buSzPts val="2800"/>
              <a:buFont typeface="Verdana"/>
              <a:buChar char="•"/>
              <a:defRPr sz="2800"/>
            </a:lvl1pPr>
            <a:lvl2pPr marL="914400" lvl="1" indent="-381000" algn="l">
              <a:spcBef>
                <a:spcPts val="480"/>
              </a:spcBef>
              <a:spcAft>
                <a:spcPts val="0"/>
              </a:spcAft>
              <a:buClr>
                <a:schemeClr val="dk1"/>
              </a:buClr>
              <a:buSzPts val="2400"/>
              <a:buFont typeface="Verdana"/>
              <a:buChar char="–"/>
              <a:defRPr sz="2400"/>
            </a:lvl2pPr>
            <a:lvl3pPr marL="1371600" lvl="2" indent="-355600" algn="l">
              <a:spcBef>
                <a:spcPts val="400"/>
              </a:spcBef>
              <a:spcAft>
                <a:spcPts val="0"/>
              </a:spcAft>
              <a:buClr>
                <a:schemeClr val="dk1"/>
              </a:buClr>
              <a:buSzPts val="2000"/>
              <a:buFont typeface="Verdana"/>
              <a:buChar char="•"/>
              <a:defRPr sz="2000"/>
            </a:lvl3pPr>
            <a:lvl4pPr marL="1828800" lvl="3" indent="-342900" algn="l">
              <a:spcBef>
                <a:spcPts val="360"/>
              </a:spcBef>
              <a:spcAft>
                <a:spcPts val="0"/>
              </a:spcAft>
              <a:buClr>
                <a:schemeClr val="dk1"/>
              </a:buClr>
              <a:buSzPts val="1800"/>
              <a:buFont typeface="Verdana"/>
              <a:buChar char="–"/>
              <a:defRPr sz="1800"/>
            </a:lvl4pPr>
            <a:lvl5pPr marL="2286000" lvl="4" indent="-342900" algn="l">
              <a:spcBef>
                <a:spcPts val="360"/>
              </a:spcBef>
              <a:spcAft>
                <a:spcPts val="0"/>
              </a:spcAft>
              <a:buClr>
                <a:schemeClr val="dk1"/>
              </a:buClr>
              <a:buSzPts val="1800"/>
              <a:buFont typeface="Verdana"/>
              <a:buChar char="»"/>
              <a:defRPr sz="1800"/>
            </a:lvl5pPr>
            <a:lvl6pPr marL="2743200" lvl="5" indent="-342900" algn="l">
              <a:spcBef>
                <a:spcPts val="360"/>
              </a:spcBef>
              <a:spcAft>
                <a:spcPts val="0"/>
              </a:spcAft>
              <a:buClr>
                <a:schemeClr val="dk1"/>
              </a:buClr>
              <a:buSzPts val="1800"/>
              <a:buFont typeface="Verdana"/>
              <a:buChar char="»"/>
              <a:defRPr sz="1800"/>
            </a:lvl6pPr>
            <a:lvl7pPr marL="3200400" lvl="6" indent="-342900" algn="l">
              <a:spcBef>
                <a:spcPts val="360"/>
              </a:spcBef>
              <a:spcAft>
                <a:spcPts val="0"/>
              </a:spcAft>
              <a:buClr>
                <a:schemeClr val="dk1"/>
              </a:buClr>
              <a:buSzPts val="1800"/>
              <a:buFont typeface="Verdana"/>
              <a:buChar char="»"/>
              <a:defRPr sz="1800"/>
            </a:lvl7pPr>
            <a:lvl8pPr marL="3657600" lvl="7" indent="-342900" algn="l">
              <a:spcBef>
                <a:spcPts val="360"/>
              </a:spcBef>
              <a:spcAft>
                <a:spcPts val="0"/>
              </a:spcAft>
              <a:buClr>
                <a:schemeClr val="dk1"/>
              </a:buClr>
              <a:buSzPts val="1800"/>
              <a:buFont typeface="Verdana"/>
              <a:buChar char="»"/>
              <a:defRPr sz="1800"/>
            </a:lvl8pPr>
            <a:lvl9pPr marL="4114800" lvl="8" indent="-342900" algn="l">
              <a:spcBef>
                <a:spcPts val="360"/>
              </a:spcBef>
              <a:spcAft>
                <a:spcPts val="0"/>
              </a:spcAft>
              <a:buClr>
                <a:schemeClr val="dk1"/>
              </a:buClr>
              <a:buSzPts val="1800"/>
              <a:buFont typeface="Verdana"/>
              <a:buChar char="»"/>
              <a:defRPr sz="1800"/>
            </a:lvl9pPr>
          </a:lstStyle>
          <a:p>
            <a:endParaRPr/>
          </a:p>
        </p:txBody>
      </p:sp>
      <p:sp>
        <p:nvSpPr>
          <p:cNvPr id="63" name="Google Shape;63;p9"/>
          <p:cNvSpPr txBox="1">
            <a:spLocks noGrp="1"/>
          </p:cNvSpPr>
          <p:nvPr>
            <p:ph type="body" idx="2"/>
          </p:nvPr>
        </p:nvSpPr>
        <p:spPr>
          <a:xfrm>
            <a:off x="4800600" y="1600200"/>
            <a:ext cx="388620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Clr>
                <a:schemeClr val="dk1"/>
              </a:buClr>
              <a:buSzPts val="2800"/>
              <a:buFont typeface="Verdana"/>
              <a:buChar char="•"/>
              <a:defRPr sz="2800"/>
            </a:lvl1pPr>
            <a:lvl2pPr marL="914400" lvl="1" indent="-381000" algn="l">
              <a:spcBef>
                <a:spcPts val="480"/>
              </a:spcBef>
              <a:spcAft>
                <a:spcPts val="0"/>
              </a:spcAft>
              <a:buClr>
                <a:schemeClr val="dk1"/>
              </a:buClr>
              <a:buSzPts val="2400"/>
              <a:buFont typeface="Verdana"/>
              <a:buChar char="–"/>
              <a:defRPr sz="2400"/>
            </a:lvl2pPr>
            <a:lvl3pPr marL="1371600" lvl="2" indent="-355600" algn="l">
              <a:spcBef>
                <a:spcPts val="400"/>
              </a:spcBef>
              <a:spcAft>
                <a:spcPts val="0"/>
              </a:spcAft>
              <a:buClr>
                <a:schemeClr val="dk1"/>
              </a:buClr>
              <a:buSzPts val="2000"/>
              <a:buFont typeface="Verdana"/>
              <a:buChar char="•"/>
              <a:defRPr sz="2000"/>
            </a:lvl3pPr>
            <a:lvl4pPr marL="1828800" lvl="3" indent="-342900" algn="l">
              <a:spcBef>
                <a:spcPts val="360"/>
              </a:spcBef>
              <a:spcAft>
                <a:spcPts val="0"/>
              </a:spcAft>
              <a:buClr>
                <a:schemeClr val="dk1"/>
              </a:buClr>
              <a:buSzPts val="1800"/>
              <a:buFont typeface="Verdana"/>
              <a:buChar char="–"/>
              <a:defRPr sz="1800"/>
            </a:lvl4pPr>
            <a:lvl5pPr marL="2286000" lvl="4" indent="-342900" algn="l">
              <a:spcBef>
                <a:spcPts val="360"/>
              </a:spcBef>
              <a:spcAft>
                <a:spcPts val="0"/>
              </a:spcAft>
              <a:buClr>
                <a:schemeClr val="dk1"/>
              </a:buClr>
              <a:buSzPts val="1800"/>
              <a:buFont typeface="Verdana"/>
              <a:buChar char="»"/>
              <a:defRPr sz="1800"/>
            </a:lvl5pPr>
            <a:lvl6pPr marL="2743200" lvl="5" indent="-342900" algn="l">
              <a:spcBef>
                <a:spcPts val="360"/>
              </a:spcBef>
              <a:spcAft>
                <a:spcPts val="0"/>
              </a:spcAft>
              <a:buClr>
                <a:schemeClr val="dk1"/>
              </a:buClr>
              <a:buSzPts val="1800"/>
              <a:buFont typeface="Verdana"/>
              <a:buChar char="»"/>
              <a:defRPr sz="1800"/>
            </a:lvl6pPr>
            <a:lvl7pPr marL="3200400" lvl="6" indent="-342900" algn="l">
              <a:spcBef>
                <a:spcPts val="360"/>
              </a:spcBef>
              <a:spcAft>
                <a:spcPts val="0"/>
              </a:spcAft>
              <a:buClr>
                <a:schemeClr val="dk1"/>
              </a:buClr>
              <a:buSzPts val="1800"/>
              <a:buFont typeface="Verdana"/>
              <a:buChar char="»"/>
              <a:defRPr sz="1800"/>
            </a:lvl7pPr>
            <a:lvl8pPr marL="3657600" lvl="7" indent="-342900" algn="l">
              <a:spcBef>
                <a:spcPts val="360"/>
              </a:spcBef>
              <a:spcAft>
                <a:spcPts val="0"/>
              </a:spcAft>
              <a:buClr>
                <a:schemeClr val="dk1"/>
              </a:buClr>
              <a:buSzPts val="1800"/>
              <a:buFont typeface="Verdana"/>
              <a:buChar char="»"/>
              <a:defRPr sz="1800"/>
            </a:lvl8pPr>
            <a:lvl9pPr marL="4114800" lvl="8" indent="-342900" algn="l">
              <a:spcBef>
                <a:spcPts val="360"/>
              </a:spcBef>
              <a:spcAft>
                <a:spcPts val="0"/>
              </a:spcAft>
              <a:buClr>
                <a:schemeClr val="dk1"/>
              </a:buClr>
              <a:buSzPts val="1800"/>
              <a:buFont typeface="Verdana"/>
              <a:buChar char="»"/>
              <a:defRPr sz="1800"/>
            </a:lvl9pPr>
          </a:lstStyle>
          <a:p>
            <a:endParaRPr/>
          </a:p>
        </p:txBody>
      </p:sp>
      <p:sp>
        <p:nvSpPr>
          <p:cNvPr id="64" name="Google Shape;64;p9"/>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lstStyle>
            <a:lvl1pPr marL="457200" lvl="0" indent="-228600" algn="l">
              <a:spcBef>
                <a:spcPts val="480"/>
              </a:spcBef>
              <a:spcAft>
                <a:spcPts val="0"/>
              </a:spcAft>
              <a:buClr>
                <a:schemeClr val="dk1"/>
              </a:buClr>
              <a:buSzPts val="2400"/>
              <a:buFont typeface="Verdana"/>
              <a:buNone/>
              <a:defRPr sz="2400" b="1"/>
            </a:lvl1pPr>
            <a:lvl2pPr marL="914400" lvl="1" indent="-228600" algn="l">
              <a:spcBef>
                <a:spcPts val="400"/>
              </a:spcBef>
              <a:spcAft>
                <a:spcPts val="0"/>
              </a:spcAft>
              <a:buClr>
                <a:schemeClr val="dk1"/>
              </a:buClr>
              <a:buSzPts val="2000"/>
              <a:buFont typeface="Verdana"/>
              <a:buNone/>
              <a:defRPr sz="2000" b="1"/>
            </a:lvl2pPr>
            <a:lvl3pPr marL="1371600" lvl="2" indent="-228600" algn="l">
              <a:spcBef>
                <a:spcPts val="360"/>
              </a:spcBef>
              <a:spcAft>
                <a:spcPts val="0"/>
              </a:spcAft>
              <a:buClr>
                <a:schemeClr val="dk1"/>
              </a:buClr>
              <a:buSzPts val="1800"/>
              <a:buFont typeface="Verdana"/>
              <a:buNone/>
              <a:defRPr sz="1800" b="1"/>
            </a:lvl3pPr>
            <a:lvl4pPr marL="1828800" lvl="3" indent="-228600" algn="l">
              <a:spcBef>
                <a:spcPts val="320"/>
              </a:spcBef>
              <a:spcAft>
                <a:spcPts val="0"/>
              </a:spcAft>
              <a:buClr>
                <a:schemeClr val="dk1"/>
              </a:buClr>
              <a:buSzPts val="1600"/>
              <a:buFont typeface="Verdana"/>
              <a:buNone/>
              <a:defRPr sz="1600" b="1"/>
            </a:lvl4pPr>
            <a:lvl5pPr marL="2286000" lvl="4" indent="-228600" algn="l">
              <a:spcBef>
                <a:spcPts val="320"/>
              </a:spcBef>
              <a:spcAft>
                <a:spcPts val="0"/>
              </a:spcAft>
              <a:buClr>
                <a:schemeClr val="dk1"/>
              </a:buClr>
              <a:buSzPts val="1600"/>
              <a:buFont typeface="Verdana"/>
              <a:buNone/>
              <a:defRPr sz="1600" b="1"/>
            </a:lvl5pPr>
            <a:lvl6pPr marL="2743200" lvl="5" indent="-228600" algn="l">
              <a:spcBef>
                <a:spcPts val="320"/>
              </a:spcBef>
              <a:spcAft>
                <a:spcPts val="0"/>
              </a:spcAft>
              <a:buClr>
                <a:schemeClr val="dk1"/>
              </a:buClr>
              <a:buSzPts val="1600"/>
              <a:buFont typeface="Verdana"/>
              <a:buNone/>
              <a:defRPr sz="1600" b="1"/>
            </a:lvl6pPr>
            <a:lvl7pPr marL="3200400" lvl="6" indent="-228600" algn="l">
              <a:spcBef>
                <a:spcPts val="320"/>
              </a:spcBef>
              <a:spcAft>
                <a:spcPts val="0"/>
              </a:spcAft>
              <a:buClr>
                <a:schemeClr val="dk1"/>
              </a:buClr>
              <a:buSzPts val="1600"/>
              <a:buFont typeface="Verdana"/>
              <a:buNone/>
              <a:defRPr sz="1600" b="1"/>
            </a:lvl7pPr>
            <a:lvl8pPr marL="3657600" lvl="7" indent="-228600" algn="l">
              <a:spcBef>
                <a:spcPts val="320"/>
              </a:spcBef>
              <a:spcAft>
                <a:spcPts val="0"/>
              </a:spcAft>
              <a:buClr>
                <a:schemeClr val="dk1"/>
              </a:buClr>
              <a:buSzPts val="1600"/>
              <a:buFont typeface="Verdana"/>
              <a:buNone/>
              <a:defRPr sz="1600" b="1"/>
            </a:lvl8pPr>
            <a:lvl9pPr marL="4114800" lvl="8" indent="-228600" algn="l">
              <a:spcBef>
                <a:spcPts val="320"/>
              </a:spcBef>
              <a:spcAft>
                <a:spcPts val="0"/>
              </a:spcAft>
              <a:buClr>
                <a:schemeClr val="dk1"/>
              </a:buClr>
              <a:buSzPts val="1600"/>
              <a:buFont typeface="Verdana"/>
              <a:buNone/>
              <a:defRPr sz="1600" b="1"/>
            </a:lvl9pPr>
          </a:lstStyle>
          <a:p>
            <a:endParaRPr/>
          </a:p>
        </p:txBody>
      </p:sp>
      <p:sp>
        <p:nvSpPr>
          <p:cNvPr id="68" name="Google Shape;68;p1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lstStyle>
            <a:lvl1pPr marL="457200" lvl="0" indent="-381000" algn="l">
              <a:spcBef>
                <a:spcPts val="480"/>
              </a:spcBef>
              <a:spcAft>
                <a:spcPts val="0"/>
              </a:spcAft>
              <a:buClr>
                <a:schemeClr val="dk1"/>
              </a:buClr>
              <a:buSzPts val="2400"/>
              <a:buFont typeface="Verdana"/>
              <a:buChar char="•"/>
              <a:defRPr sz="2400"/>
            </a:lvl1pPr>
            <a:lvl2pPr marL="914400" lvl="1" indent="-355600" algn="l">
              <a:spcBef>
                <a:spcPts val="400"/>
              </a:spcBef>
              <a:spcAft>
                <a:spcPts val="0"/>
              </a:spcAft>
              <a:buClr>
                <a:schemeClr val="dk1"/>
              </a:buClr>
              <a:buSzPts val="2000"/>
              <a:buFont typeface="Verdana"/>
              <a:buChar char="–"/>
              <a:defRPr sz="2000"/>
            </a:lvl2pPr>
            <a:lvl3pPr marL="1371600" lvl="2" indent="-342900" algn="l">
              <a:spcBef>
                <a:spcPts val="360"/>
              </a:spcBef>
              <a:spcAft>
                <a:spcPts val="0"/>
              </a:spcAft>
              <a:buClr>
                <a:schemeClr val="dk1"/>
              </a:buClr>
              <a:buSzPts val="1800"/>
              <a:buFont typeface="Verdana"/>
              <a:buChar char="•"/>
              <a:defRPr sz="1800"/>
            </a:lvl3pPr>
            <a:lvl4pPr marL="1828800" lvl="3" indent="-330200" algn="l">
              <a:spcBef>
                <a:spcPts val="320"/>
              </a:spcBef>
              <a:spcAft>
                <a:spcPts val="0"/>
              </a:spcAft>
              <a:buClr>
                <a:schemeClr val="dk1"/>
              </a:buClr>
              <a:buSzPts val="1600"/>
              <a:buFont typeface="Verdana"/>
              <a:buChar char="–"/>
              <a:defRPr sz="1600"/>
            </a:lvl4pPr>
            <a:lvl5pPr marL="2286000" lvl="4" indent="-330200" algn="l">
              <a:spcBef>
                <a:spcPts val="320"/>
              </a:spcBef>
              <a:spcAft>
                <a:spcPts val="0"/>
              </a:spcAft>
              <a:buClr>
                <a:schemeClr val="dk1"/>
              </a:buClr>
              <a:buSzPts val="1600"/>
              <a:buFont typeface="Verdana"/>
              <a:buChar char="»"/>
              <a:defRPr sz="1600"/>
            </a:lvl5pPr>
            <a:lvl6pPr marL="2743200" lvl="5" indent="-330200" algn="l">
              <a:spcBef>
                <a:spcPts val="320"/>
              </a:spcBef>
              <a:spcAft>
                <a:spcPts val="0"/>
              </a:spcAft>
              <a:buClr>
                <a:schemeClr val="dk1"/>
              </a:buClr>
              <a:buSzPts val="1600"/>
              <a:buFont typeface="Verdana"/>
              <a:buChar char="»"/>
              <a:defRPr sz="1600"/>
            </a:lvl6pPr>
            <a:lvl7pPr marL="3200400" lvl="6" indent="-330200" algn="l">
              <a:spcBef>
                <a:spcPts val="320"/>
              </a:spcBef>
              <a:spcAft>
                <a:spcPts val="0"/>
              </a:spcAft>
              <a:buClr>
                <a:schemeClr val="dk1"/>
              </a:buClr>
              <a:buSzPts val="1600"/>
              <a:buFont typeface="Verdana"/>
              <a:buChar char="»"/>
              <a:defRPr sz="1600"/>
            </a:lvl7pPr>
            <a:lvl8pPr marL="3657600" lvl="7" indent="-330200" algn="l">
              <a:spcBef>
                <a:spcPts val="320"/>
              </a:spcBef>
              <a:spcAft>
                <a:spcPts val="0"/>
              </a:spcAft>
              <a:buClr>
                <a:schemeClr val="dk1"/>
              </a:buClr>
              <a:buSzPts val="1600"/>
              <a:buFont typeface="Verdana"/>
              <a:buChar char="»"/>
              <a:defRPr sz="1600"/>
            </a:lvl8pPr>
            <a:lvl9pPr marL="4114800" lvl="8" indent="-330200" algn="l">
              <a:spcBef>
                <a:spcPts val="320"/>
              </a:spcBef>
              <a:spcAft>
                <a:spcPts val="0"/>
              </a:spcAft>
              <a:buClr>
                <a:schemeClr val="dk1"/>
              </a:buClr>
              <a:buSzPts val="1600"/>
              <a:buFont typeface="Verdana"/>
              <a:buChar char="»"/>
              <a:defRPr sz="1600"/>
            </a:lvl9pPr>
          </a:lstStyle>
          <a:p>
            <a:endParaRPr/>
          </a:p>
        </p:txBody>
      </p:sp>
      <p:sp>
        <p:nvSpPr>
          <p:cNvPr id="69" name="Google Shape;69;p1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lstStyle>
            <a:lvl1pPr marL="457200" lvl="0" indent="-228600" algn="l">
              <a:spcBef>
                <a:spcPts val="480"/>
              </a:spcBef>
              <a:spcAft>
                <a:spcPts val="0"/>
              </a:spcAft>
              <a:buClr>
                <a:schemeClr val="dk1"/>
              </a:buClr>
              <a:buSzPts val="2400"/>
              <a:buFont typeface="Verdana"/>
              <a:buNone/>
              <a:defRPr sz="2400" b="1"/>
            </a:lvl1pPr>
            <a:lvl2pPr marL="914400" lvl="1" indent="-228600" algn="l">
              <a:spcBef>
                <a:spcPts val="400"/>
              </a:spcBef>
              <a:spcAft>
                <a:spcPts val="0"/>
              </a:spcAft>
              <a:buClr>
                <a:schemeClr val="dk1"/>
              </a:buClr>
              <a:buSzPts val="2000"/>
              <a:buFont typeface="Verdana"/>
              <a:buNone/>
              <a:defRPr sz="2000" b="1"/>
            </a:lvl2pPr>
            <a:lvl3pPr marL="1371600" lvl="2" indent="-228600" algn="l">
              <a:spcBef>
                <a:spcPts val="360"/>
              </a:spcBef>
              <a:spcAft>
                <a:spcPts val="0"/>
              </a:spcAft>
              <a:buClr>
                <a:schemeClr val="dk1"/>
              </a:buClr>
              <a:buSzPts val="1800"/>
              <a:buFont typeface="Verdana"/>
              <a:buNone/>
              <a:defRPr sz="1800" b="1"/>
            </a:lvl3pPr>
            <a:lvl4pPr marL="1828800" lvl="3" indent="-228600" algn="l">
              <a:spcBef>
                <a:spcPts val="320"/>
              </a:spcBef>
              <a:spcAft>
                <a:spcPts val="0"/>
              </a:spcAft>
              <a:buClr>
                <a:schemeClr val="dk1"/>
              </a:buClr>
              <a:buSzPts val="1600"/>
              <a:buFont typeface="Verdana"/>
              <a:buNone/>
              <a:defRPr sz="1600" b="1"/>
            </a:lvl4pPr>
            <a:lvl5pPr marL="2286000" lvl="4" indent="-228600" algn="l">
              <a:spcBef>
                <a:spcPts val="320"/>
              </a:spcBef>
              <a:spcAft>
                <a:spcPts val="0"/>
              </a:spcAft>
              <a:buClr>
                <a:schemeClr val="dk1"/>
              </a:buClr>
              <a:buSzPts val="1600"/>
              <a:buFont typeface="Verdana"/>
              <a:buNone/>
              <a:defRPr sz="1600" b="1"/>
            </a:lvl5pPr>
            <a:lvl6pPr marL="2743200" lvl="5" indent="-228600" algn="l">
              <a:spcBef>
                <a:spcPts val="320"/>
              </a:spcBef>
              <a:spcAft>
                <a:spcPts val="0"/>
              </a:spcAft>
              <a:buClr>
                <a:schemeClr val="dk1"/>
              </a:buClr>
              <a:buSzPts val="1600"/>
              <a:buFont typeface="Verdana"/>
              <a:buNone/>
              <a:defRPr sz="1600" b="1"/>
            </a:lvl6pPr>
            <a:lvl7pPr marL="3200400" lvl="6" indent="-228600" algn="l">
              <a:spcBef>
                <a:spcPts val="320"/>
              </a:spcBef>
              <a:spcAft>
                <a:spcPts val="0"/>
              </a:spcAft>
              <a:buClr>
                <a:schemeClr val="dk1"/>
              </a:buClr>
              <a:buSzPts val="1600"/>
              <a:buFont typeface="Verdana"/>
              <a:buNone/>
              <a:defRPr sz="1600" b="1"/>
            </a:lvl7pPr>
            <a:lvl8pPr marL="3657600" lvl="7" indent="-228600" algn="l">
              <a:spcBef>
                <a:spcPts val="320"/>
              </a:spcBef>
              <a:spcAft>
                <a:spcPts val="0"/>
              </a:spcAft>
              <a:buClr>
                <a:schemeClr val="dk1"/>
              </a:buClr>
              <a:buSzPts val="1600"/>
              <a:buFont typeface="Verdana"/>
              <a:buNone/>
              <a:defRPr sz="1600" b="1"/>
            </a:lvl8pPr>
            <a:lvl9pPr marL="4114800" lvl="8" indent="-228600" algn="l">
              <a:spcBef>
                <a:spcPts val="320"/>
              </a:spcBef>
              <a:spcAft>
                <a:spcPts val="0"/>
              </a:spcAft>
              <a:buClr>
                <a:schemeClr val="dk1"/>
              </a:buClr>
              <a:buSzPts val="1600"/>
              <a:buFont typeface="Verdana"/>
              <a:buNone/>
              <a:defRPr sz="1600" b="1"/>
            </a:lvl9pPr>
          </a:lstStyle>
          <a:p>
            <a:endParaRPr/>
          </a:p>
        </p:txBody>
      </p:sp>
      <p:sp>
        <p:nvSpPr>
          <p:cNvPr id="70" name="Google Shape;70;p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lstStyle>
            <a:lvl1pPr marL="457200" lvl="0" indent="-381000" algn="l">
              <a:spcBef>
                <a:spcPts val="480"/>
              </a:spcBef>
              <a:spcAft>
                <a:spcPts val="0"/>
              </a:spcAft>
              <a:buClr>
                <a:schemeClr val="dk1"/>
              </a:buClr>
              <a:buSzPts val="2400"/>
              <a:buFont typeface="Verdana"/>
              <a:buChar char="•"/>
              <a:defRPr sz="2400"/>
            </a:lvl1pPr>
            <a:lvl2pPr marL="914400" lvl="1" indent="-355600" algn="l">
              <a:spcBef>
                <a:spcPts val="400"/>
              </a:spcBef>
              <a:spcAft>
                <a:spcPts val="0"/>
              </a:spcAft>
              <a:buClr>
                <a:schemeClr val="dk1"/>
              </a:buClr>
              <a:buSzPts val="2000"/>
              <a:buFont typeface="Verdana"/>
              <a:buChar char="–"/>
              <a:defRPr sz="2000"/>
            </a:lvl2pPr>
            <a:lvl3pPr marL="1371600" lvl="2" indent="-342900" algn="l">
              <a:spcBef>
                <a:spcPts val="360"/>
              </a:spcBef>
              <a:spcAft>
                <a:spcPts val="0"/>
              </a:spcAft>
              <a:buClr>
                <a:schemeClr val="dk1"/>
              </a:buClr>
              <a:buSzPts val="1800"/>
              <a:buFont typeface="Verdana"/>
              <a:buChar char="•"/>
              <a:defRPr sz="1800"/>
            </a:lvl3pPr>
            <a:lvl4pPr marL="1828800" lvl="3" indent="-330200" algn="l">
              <a:spcBef>
                <a:spcPts val="320"/>
              </a:spcBef>
              <a:spcAft>
                <a:spcPts val="0"/>
              </a:spcAft>
              <a:buClr>
                <a:schemeClr val="dk1"/>
              </a:buClr>
              <a:buSzPts val="1600"/>
              <a:buFont typeface="Verdana"/>
              <a:buChar char="–"/>
              <a:defRPr sz="1600"/>
            </a:lvl4pPr>
            <a:lvl5pPr marL="2286000" lvl="4" indent="-330200" algn="l">
              <a:spcBef>
                <a:spcPts val="320"/>
              </a:spcBef>
              <a:spcAft>
                <a:spcPts val="0"/>
              </a:spcAft>
              <a:buClr>
                <a:schemeClr val="dk1"/>
              </a:buClr>
              <a:buSzPts val="1600"/>
              <a:buFont typeface="Verdana"/>
              <a:buChar char="»"/>
              <a:defRPr sz="1600"/>
            </a:lvl5pPr>
            <a:lvl6pPr marL="2743200" lvl="5" indent="-330200" algn="l">
              <a:spcBef>
                <a:spcPts val="320"/>
              </a:spcBef>
              <a:spcAft>
                <a:spcPts val="0"/>
              </a:spcAft>
              <a:buClr>
                <a:schemeClr val="dk1"/>
              </a:buClr>
              <a:buSzPts val="1600"/>
              <a:buFont typeface="Verdana"/>
              <a:buChar char="»"/>
              <a:defRPr sz="1600"/>
            </a:lvl6pPr>
            <a:lvl7pPr marL="3200400" lvl="6" indent="-330200" algn="l">
              <a:spcBef>
                <a:spcPts val="320"/>
              </a:spcBef>
              <a:spcAft>
                <a:spcPts val="0"/>
              </a:spcAft>
              <a:buClr>
                <a:schemeClr val="dk1"/>
              </a:buClr>
              <a:buSzPts val="1600"/>
              <a:buFont typeface="Verdana"/>
              <a:buChar char="»"/>
              <a:defRPr sz="1600"/>
            </a:lvl7pPr>
            <a:lvl8pPr marL="3657600" lvl="7" indent="-330200" algn="l">
              <a:spcBef>
                <a:spcPts val="320"/>
              </a:spcBef>
              <a:spcAft>
                <a:spcPts val="0"/>
              </a:spcAft>
              <a:buClr>
                <a:schemeClr val="dk1"/>
              </a:buClr>
              <a:buSzPts val="1600"/>
              <a:buFont typeface="Verdana"/>
              <a:buChar char="»"/>
              <a:defRPr sz="1600"/>
            </a:lvl8pPr>
            <a:lvl9pPr marL="4114800" lvl="8" indent="-330200" algn="l">
              <a:spcBef>
                <a:spcPts val="320"/>
              </a:spcBef>
              <a:spcAft>
                <a:spcPts val="0"/>
              </a:spcAft>
              <a:buClr>
                <a:schemeClr val="dk1"/>
              </a:buClr>
              <a:buSzPts val="1600"/>
              <a:buFont typeface="Verdana"/>
              <a:buChar char="»"/>
              <a:defRPr sz="1600"/>
            </a:lvl9pPr>
          </a:lstStyle>
          <a:p>
            <a:endParaRPr/>
          </a:p>
        </p:txBody>
      </p:sp>
      <p:sp>
        <p:nvSpPr>
          <p:cNvPr id="71" name="Google Shape;71;p10"/>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lstStyle>
            <a:lvl1pPr marL="457200" lvl="0" indent="-431800" algn="l">
              <a:spcBef>
                <a:spcPts val="640"/>
              </a:spcBef>
              <a:spcAft>
                <a:spcPts val="0"/>
              </a:spcAft>
              <a:buClr>
                <a:schemeClr val="dk1"/>
              </a:buClr>
              <a:buSzPts val="3200"/>
              <a:buFont typeface="Verdana"/>
              <a:buChar char="•"/>
              <a:defRPr sz="3200"/>
            </a:lvl1pPr>
            <a:lvl2pPr marL="914400" lvl="1" indent="-406400" algn="l">
              <a:spcBef>
                <a:spcPts val="560"/>
              </a:spcBef>
              <a:spcAft>
                <a:spcPts val="0"/>
              </a:spcAft>
              <a:buClr>
                <a:schemeClr val="dk1"/>
              </a:buClr>
              <a:buSzPts val="2800"/>
              <a:buFont typeface="Verdana"/>
              <a:buChar char="–"/>
              <a:defRPr sz="2800"/>
            </a:lvl2pPr>
            <a:lvl3pPr marL="1371600" lvl="2" indent="-381000" algn="l">
              <a:spcBef>
                <a:spcPts val="480"/>
              </a:spcBef>
              <a:spcAft>
                <a:spcPts val="0"/>
              </a:spcAft>
              <a:buClr>
                <a:schemeClr val="dk1"/>
              </a:buClr>
              <a:buSzPts val="2400"/>
              <a:buFont typeface="Verdana"/>
              <a:buChar char="•"/>
              <a:defRPr sz="2400"/>
            </a:lvl3pPr>
            <a:lvl4pPr marL="1828800" lvl="3" indent="-355600" algn="l">
              <a:spcBef>
                <a:spcPts val="400"/>
              </a:spcBef>
              <a:spcAft>
                <a:spcPts val="0"/>
              </a:spcAft>
              <a:buClr>
                <a:schemeClr val="dk1"/>
              </a:buClr>
              <a:buSzPts val="2000"/>
              <a:buFont typeface="Verdana"/>
              <a:buChar char="–"/>
              <a:defRPr sz="2000"/>
            </a:lvl4pPr>
            <a:lvl5pPr marL="2286000" lvl="4" indent="-355600" algn="l">
              <a:spcBef>
                <a:spcPts val="400"/>
              </a:spcBef>
              <a:spcAft>
                <a:spcPts val="0"/>
              </a:spcAft>
              <a:buClr>
                <a:schemeClr val="dk1"/>
              </a:buClr>
              <a:buSzPts val="2000"/>
              <a:buFont typeface="Verdana"/>
              <a:buChar char="»"/>
              <a:defRPr sz="2000"/>
            </a:lvl5pPr>
            <a:lvl6pPr marL="2743200" lvl="5" indent="-355600" algn="l">
              <a:spcBef>
                <a:spcPts val="400"/>
              </a:spcBef>
              <a:spcAft>
                <a:spcPts val="0"/>
              </a:spcAft>
              <a:buClr>
                <a:schemeClr val="dk1"/>
              </a:buClr>
              <a:buSzPts val="2000"/>
              <a:buFont typeface="Verdana"/>
              <a:buChar char="»"/>
              <a:defRPr sz="2000"/>
            </a:lvl6pPr>
            <a:lvl7pPr marL="3200400" lvl="6" indent="-355600" algn="l">
              <a:spcBef>
                <a:spcPts val="400"/>
              </a:spcBef>
              <a:spcAft>
                <a:spcPts val="0"/>
              </a:spcAft>
              <a:buClr>
                <a:schemeClr val="dk1"/>
              </a:buClr>
              <a:buSzPts val="2000"/>
              <a:buFont typeface="Verdana"/>
              <a:buChar char="»"/>
              <a:defRPr sz="2000"/>
            </a:lvl7pPr>
            <a:lvl8pPr marL="3657600" lvl="7" indent="-355600" algn="l">
              <a:spcBef>
                <a:spcPts val="400"/>
              </a:spcBef>
              <a:spcAft>
                <a:spcPts val="0"/>
              </a:spcAft>
              <a:buClr>
                <a:schemeClr val="dk1"/>
              </a:buClr>
              <a:buSzPts val="2000"/>
              <a:buFont typeface="Verdana"/>
              <a:buChar char="»"/>
              <a:defRPr sz="2000"/>
            </a:lvl8pPr>
            <a:lvl9pPr marL="4114800" lvl="8" indent="-355600" algn="l">
              <a:spcBef>
                <a:spcPts val="400"/>
              </a:spcBef>
              <a:spcAft>
                <a:spcPts val="0"/>
              </a:spcAft>
              <a:buClr>
                <a:schemeClr val="dk1"/>
              </a:buClr>
              <a:buSzPts val="2000"/>
              <a:buFont typeface="Verdana"/>
              <a:buChar char="»"/>
              <a:defRPr sz="2000"/>
            </a:lvl9pPr>
          </a:lstStyle>
          <a:p>
            <a:endParaRPr/>
          </a:p>
        </p:txBody>
      </p:sp>
      <p:sp>
        <p:nvSpPr>
          <p:cNvPr id="75" name="Google Shape;75;p1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lstStyle>
            <a:lvl1pPr marL="457200" lvl="0" indent="-228600" algn="l">
              <a:spcBef>
                <a:spcPts val="280"/>
              </a:spcBef>
              <a:spcAft>
                <a:spcPts val="0"/>
              </a:spcAft>
              <a:buClr>
                <a:schemeClr val="dk1"/>
              </a:buClr>
              <a:buSzPts val="1400"/>
              <a:buFont typeface="Verdana"/>
              <a:buNone/>
              <a:defRPr sz="1400"/>
            </a:lvl1pPr>
            <a:lvl2pPr marL="914400" lvl="1" indent="-228600" algn="l">
              <a:spcBef>
                <a:spcPts val="240"/>
              </a:spcBef>
              <a:spcAft>
                <a:spcPts val="0"/>
              </a:spcAft>
              <a:buClr>
                <a:schemeClr val="dk1"/>
              </a:buClr>
              <a:buSzPts val="1200"/>
              <a:buFont typeface="Verdana"/>
              <a:buNone/>
              <a:defRPr sz="1200"/>
            </a:lvl2pPr>
            <a:lvl3pPr marL="1371600" lvl="2" indent="-228600" algn="l">
              <a:spcBef>
                <a:spcPts val="200"/>
              </a:spcBef>
              <a:spcAft>
                <a:spcPts val="0"/>
              </a:spcAft>
              <a:buClr>
                <a:schemeClr val="dk1"/>
              </a:buClr>
              <a:buSzPts val="1000"/>
              <a:buFont typeface="Verdana"/>
              <a:buNone/>
              <a:defRPr sz="1000"/>
            </a:lvl3pPr>
            <a:lvl4pPr marL="1828800" lvl="3" indent="-228600" algn="l">
              <a:spcBef>
                <a:spcPts val="180"/>
              </a:spcBef>
              <a:spcAft>
                <a:spcPts val="0"/>
              </a:spcAft>
              <a:buClr>
                <a:schemeClr val="dk1"/>
              </a:buClr>
              <a:buSzPts val="900"/>
              <a:buFont typeface="Verdana"/>
              <a:buNone/>
              <a:defRPr sz="900"/>
            </a:lvl4pPr>
            <a:lvl5pPr marL="2286000" lvl="4" indent="-228600" algn="l">
              <a:spcBef>
                <a:spcPts val="180"/>
              </a:spcBef>
              <a:spcAft>
                <a:spcPts val="0"/>
              </a:spcAft>
              <a:buClr>
                <a:schemeClr val="dk1"/>
              </a:buClr>
              <a:buSzPts val="900"/>
              <a:buFont typeface="Verdana"/>
              <a:buNone/>
              <a:defRPr sz="900"/>
            </a:lvl5pPr>
            <a:lvl6pPr marL="2743200" lvl="5" indent="-228600" algn="l">
              <a:spcBef>
                <a:spcPts val="180"/>
              </a:spcBef>
              <a:spcAft>
                <a:spcPts val="0"/>
              </a:spcAft>
              <a:buClr>
                <a:schemeClr val="dk1"/>
              </a:buClr>
              <a:buSzPts val="900"/>
              <a:buFont typeface="Verdana"/>
              <a:buNone/>
              <a:defRPr sz="900"/>
            </a:lvl6pPr>
            <a:lvl7pPr marL="3200400" lvl="6" indent="-228600" algn="l">
              <a:spcBef>
                <a:spcPts val="180"/>
              </a:spcBef>
              <a:spcAft>
                <a:spcPts val="0"/>
              </a:spcAft>
              <a:buClr>
                <a:schemeClr val="dk1"/>
              </a:buClr>
              <a:buSzPts val="900"/>
              <a:buFont typeface="Verdana"/>
              <a:buNone/>
              <a:defRPr sz="900"/>
            </a:lvl7pPr>
            <a:lvl8pPr marL="3657600" lvl="7" indent="-228600" algn="l">
              <a:spcBef>
                <a:spcPts val="180"/>
              </a:spcBef>
              <a:spcAft>
                <a:spcPts val="0"/>
              </a:spcAft>
              <a:buClr>
                <a:schemeClr val="dk1"/>
              </a:buClr>
              <a:buSzPts val="900"/>
              <a:buFont typeface="Verdana"/>
              <a:buNone/>
              <a:defRPr sz="900"/>
            </a:lvl8pPr>
            <a:lvl9pPr marL="4114800" lvl="8" indent="-228600" algn="l">
              <a:spcBef>
                <a:spcPts val="180"/>
              </a:spcBef>
              <a:spcAft>
                <a:spcPts val="0"/>
              </a:spcAft>
              <a:buClr>
                <a:schemeClr val="dk1"/>
              </a:buClr>
              <a:buSzPts val="900"/>
              <a:buFont typeface="Verdana"/>
              <a:buNone/>
              <a:defRPr sz="900"/>
            </a:lvl9pPr>
          </a:lstStyle>
          <a:p>
            <a:endParaRPr/>
          </a:p>
        </p:txBody>
      </p:sp>
      <p:sp>
        <p:nvSpPr>
          <p:cNvPr id="76" name="Google Shape;76;p11"/>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lstStyle>
            <a:lvl1pPr marR="0" lvl="0" algn="l" rtl="0">
              <a:spcBef>
                <a:spcPts val="640"/>
              </a:spcBef>
              <a:spcAft>
                <a:spcPts val="0"/>
              </a:spcAft>
              <a:buClr>
                <a:schemeClr val="dk1"/>
              </a:buClr>
              <a:buSzPts val="3200"/>
              <a:buFont typeface="Verdana"/>
              <a:buNone/>
              <a:defRPr sz="3200" b="0" i="0" u="none" strike="noStrike" cap="none">
                <a:solidFill>
                  <a:schemeClr val="dk1"/>
                </a:solidFill>
                <a:latin typeface="Verdana"/>
                <a:ea typeface="Verdana"/>
                <a:cs typeface="Verdana"/>
                <a:sym typeface="Verdana"/>
              </a:defRPr>
            </a:lvl1pPr>
            <a:lvl2pPr marR="0" lvl="1" algn="l" rtl="0">
              <a:spcBef>
                <a:spcPts val="560"/>
              </a:spcBef>
              <a:spcAft>
                <a:spcPts val="0"/>
              </a:spcAft>
              <a:buClr>
                <a:schemeClr val="dk1"/>
              </a:buClr>
              <a:buSzPts val="2800"/>
              <a:buFont typeface="Verdana"/>
              <a:buNone/>
              <a:defRPr sz="2800" b="0" i="0" u="none" strike="noStrike" cap="none">
                <a:solidFill>
                  <a:schemeClr val="dk1"/>
                </a:solidFill>
                <a:latin typeface="Verdana"/>
                <a:ea typeface="Verdana"/>
                <a:cs typeface="Verdana"/>
                <a:sym typeface="Verdana"/>
              </a:defRPr>
            </a:lvl2pPr>
            <a:lvl3pPr marR="0" lvl="2" algn="l" rtl="0">
              <a:spcBef>
                <a:spcPts val="480"/>
              </a:spcBef>
              <a:spcAft>
                <a:spcPts val="0"/>
              </a:spcAft>
              <a:buClr>
                <a:schemeClr val="dk1"/>
              </a:buClr>
              <a:buSzPts val="2400"/>
              <a:buFont typeface="Verdana"/>
              <a:buNone/>
              <a:defRPr sz="2400" b="0" i="0" u="none" strike="noStrike" cap="none">
                <a:solidFill>
                  <a:schemeClr val="dk1"/>
                </a:solidFill>
                <a:latin typeface="Verdana"/>
                <a:ea typeface="Verdana"/>
                <a:cs typeface="Verdana"/>
                <a:sym typeface="Verdana"/>
              </a:defRPr>
            </a:lvl3pPr>
            <a:lvl4pPr marR="0" lvl="3" algn="l" rtl="0">
              <a:spcBef>
                <a:spcPts val="400"/>
              </a:spcBef>
              <a:spcAft>
                <a:spcPts val="0"/>
              </a:spcAft>
              <a:buClr>
                <a:schemeClr val="dk1"/>
              </a:buClr>
              <a:buSzPts val="2000"/>
              <a:buFont typeface="Verdana"/>
              <a:buNone/>
              <a:defRPr sz="2000" b="0" i="0" u="none" strike="noStrike" cap="none">
                <a:solidFill>
                  <a:schemeClr val="dk1"/>
                </a:solidFill>
                <a:latin typeface="Verdana"/>
                <a:ea typeface="Verdana"/>
                <a:cs typeface="Verdana"/>
                <a:sym typeface="Verdana"/>
              </a:defRPr>
            </a:lvl4pPr>
            <a:lvl5pPr marR="0" lvl="4" algn="l" rtl="0">
              <a:spcBef>
                <a:spcPts val="400"/>
              </a:spcBef>
              <a:spcAft>
                <a:spcPts val="0"/>
              </a:spcAft>
              <a:buClr>
                <a:schemeClr val="dk1"/>
              </a:buClr>
              <a:buSzPts val="2000"/>
              <a:buFont typeface="Verdana"/>
              <a:buNone/>
              <a:defRPr sz="2000" b="0" i="0" u="none" strike="noStrike" cap="none">
                <a:solidFill>
                  <a:schemeClr val="dk1"/>
                </a:solidFill>
                <a:latin typeface="Verdana"/>
                <a:ea typeface="Verdana"/>
                <a:cs typeface="Verdana"/>
                <a:sym typeface="Verdana"/>
              </a:defRPr>
            </a:lvl5pPr>
            <a:lvl6pPr marR="0" lvl="5" algn="l" rtl="0">
              <a:spcBef>
                <a:spcPts val="400"/>
              </a:spcBef>
              <a:spcAft>
                <a:spcPts val="0"/>
              </a:spcAft>
              <a:buClr>
                <a:schemeClr val="dk1"/>
              </a:buClr>
              <a:buSzPts val="2000"/>
              <a:buFont typeface="Verdana"/>
              <a:buNone/>
              <a:defRPr sz="2000" b="0" i="0" u="none" strike="noStrike" cap="none">
                <a:solidFill>
                  <a:schemeClr val="dk1"/>
                </a:solidFill>
                <a:latin typeface="Verdana"/>
                <a:ea typeface="Verdana"/>
                <a:cs typeface="Verdana"/>
                <a:sym typeface="Verdana"/>
              </a:defRPr>
            </a:lvl6pPr>
            <a:lvl7pPr marR="0" lvl="6" algn="l" rtl="0">
              <a:spcBef>
                <a:spcPts val="400"/>
              </a:spcBef>
              <a:spcAft>
                <a:spcPts val="0"/>
              </a:spcAft>
              <a:buClr>
                <a:schemeClr val="dk1"/>
              </a:buClr>
              <a:buSzPts val="2000"/>
              <a:buFont typeface="Verdana"/>
              <a:buNone/>
              <a:defRPr sz="2000" b="0" i="0" u="none" strike="noStrike" cap="none">
                <a:solidFill>
                  <a:schemeClr val="dk1"/>
                </a:solidFill>
                <a:latin typeface="Verdana"/>
                <a:ea typeface="Verdana"/>
                <a:cs typeface="Verdana"/>
                <a:sym typeface="Verdana"/>
              </a:defRPr>
            </a:lvl7pPr>
            <a:lvl8pPr marR="0" lvl="7" algn="l" rtl="0">
              <a:spcBef>
                <a:spcPts val="400"/>
              </a:spcBef>
              <a:spcAft>
                <a:spcPts val="0"/>
              </a:spcAft>
              <a:buClr>
                <a:schemeClr val="dk1"/>
              </a:buClr>
              <a:buSzPts val="2000"/>
              <a:buFont typeface="Verdana"/>
              <a:buNone/>
              <a:defRPr sz="2000" b="0" i="0" u="none" strike="noStrike" cap="none">
                <a:solidFill>
                  <a:schemeClr val="dk1"/>
                </a:solidFill>
                <a:latin typeface="Verdana"/>
                <a:ea typeface="Verdana"/>
                <a:cs typeface="Verdana"/>
                <a:sym typeface="Verdana"/>
              </a:defRPr>
            </a:lvl8pPr>
            <a:lvl9pPr marR="0" lvl="8" algn="l" rtl="0">
              <a:spcBef>
                <a:spcPts val="400"/>
              </a:spcBef>
              <a:spcAft>
                <a:spcPts val="0"/>
              </a:spcAft>
              <a:buClr>
                <a:schemeClr val="dk1"/>
              </a:buClr>
              <a:buSzPts val="2000"/>
              <a:buFont typeface="Verdana"/>
              <a:buNone/>
              <a:defRPr sz="2000" b="0" i="0" u="none" strike="noStrike" cap="none">
                <a:solidFill>
                  <a:schemeClr val="dk1"/>
                </a:solidFill>
                <a:latin typeface="Verdana"/>
                <a:ea typeface="Verdana"/>
                <a:cs typeface="Verdana"/>
                <a:sym typeface="Verdana"/>
              </a:defRPr>
            </a:lvl9pPr>
          </a:lstStyle>
          <a:p>
            <a:endParaRPr/>
          </a:p>
        </p:txBody>
      </p:sp>
      <p:sp>
        <p:nvSpPr>
          <p:cNvPr id="80" name="Google Shape;80;p1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lstStyle>
            <a:lvl1pPr marL="457200" lvl="0" indent="-228600" algn="l">
              <a:spcBef>
                <a:spcPts val="280"/>
              </a:spcBef>
              <a:spcAft>
                <a:spcPts val="0"/>
              </a:spcAft>
              <a:buClr>
                <a:schemeClr val="dk1"/>
              </a:buClr>
              <a:buSzPts val="1400"/>
              <a:buFont typeface="Verdana"/>
              <a:buNone/>
              <a:defRPr sz="1400"/>
            </a:lvl1pPr>
            <a:lvl2pPr marL="914400" lvl="1" indent="-228600" algn="l">
              <a:spcBef>
                <a:spcPts val="240"/>
              </a:spcBef>
              <a:spcAft>
                <a:spcPts val="0"/>
              </a:spcAft>
              <a:buClr>
                <a:schemeClr val="dk1"/>
              </a:buClr>
              <a:buSzPts val="1200"/>
              <a:buFont typeface="Verdana"/>
              <a:buNone/>
              <a:defRPr sz="1200"/>
            </a:lvl2pPr>
            <a:lvl3pPr marL="1371600" lvl="2" indent="-228600" algn="l">
              <a:spcBef>
                <a:spcPts val="200"/>
              </a:spcBef>
              <a:spcAft>
                <a:spcPts val="0"/>
              </a:spcAft>
              <a:buClr>
                <a:schemeClr val="dk1"/>
              </a:buClr>
              <a:buSzPts val="1000"/>
              <a:buFont typeface="Verdana"/>
              <a:buNone/>
              <a:defRPr sz="1000"/>
            </a:lvl3pPr>
            <a:lvl4pPr marL="1828800" lvl="3" indent="-228600" algn="l">
              <a:spcBef>
                <a:spcPts val="180"/>
              </a:spcBef>
              <a:spcAft>
                <a:spcPts val="0"/>
              </a:spcAft>
              <a:buClr>
                <a:schemeClr val="dk1"/>
              </a:buClr>
              <a:buSzPts val="900"/>
              <a:buFont typeface="Verdana"/>
              <a:buNone/>
              <a:defRPr sz="900"/>
            </a:lvl4pPr>
            <a:lvl5pPr marL="2286000" lvl="4" indent="-228600" algn="l">
              <a:spcBef>
                <a:spcPts val="180"/>
              </a:spcBef>
              <a:spcAft>
                <a:spcPts val="0"/>
              </a:spcAft>
              <a:buClr>
                <a:schemeClr val="dk1"/>
              </a:buClr>
              <a:buSzPts val="900"/>
              <a:buFont typeface="Verdana"/>
              <a:buNone/>
              <a:defRPr sz="900"/>
            </a:lvl5pPr>
            <a:lvl6pPr marL="2743200" lvl="5" indent="-228600" algn="l">
              <a:spcBef>
                <a:spcPts val="180"/>
              </a:spcBef>
              <a:spcAft>
                <a:spcPts val="0"/>
              </a:spcAft>
              <a:buClr>
                <a:schemeClr val="dk1"/>
              </a:buClr>
              <a:buSzPts val="900"/>
              <a:buFont typeface="Verdana"/>
              <a:buNone/>
              <a:defRPr sz="900"/>
            </a:lvl6pPr>
            <a:lvl7pPr marL="3200400" lvl="6" indent="-228600" algn="l">
              <a:spcBef>
                <a:spcPts val="180"/>
              </a:spcBef>
              <a:spcAft>
                <a:spcPts val="0"/>
              </a:spcAft>
              <a:buClr>
                <a:schemeClr val="dk1"/>
              </a:buClr>
              <a:buSzPts val="900"/>
              <a:buFont typeface="Verdana"/>
              <a:buNone/>
              <a:defRPr sz="900"/>
            </a:lvl7pPr>
            <a:lvl8pPr marL="3657600" lvl="7" indent="-228600" algn="l">
              <a:spcBef>
                <a:spcPts val="180"/>
              </a:spcBef>
              <a:spcAft>
                <a:spcPts val="0"/>
              </a:spcAft>
              <a:buClr>
                <a:schemeClr val="dk1"/>
              </a:buClr>
              <a:buSzPts val="900"/>
              <a:buFont typeface="Verdana"/>
              <a:buNone/>
              <a:defRPr sz="900"/>
            </a:lvl8pPr>
            <a:lvl9pPr marL="4114800" lvl="8" indent="-228600" algn="l">
              <a:spcBef>
                <a:spcPts val="180"/>
              </a:spcBef>
              <a:spcAft>
                <a:spcPts val="0"/>
              </a:spcAft>
              <a:buClr>
                <a:schemeClr val="dk1"/>
              </a:buClr>
              <a:buSzPts val="900"/>
              <a:buFont typeface="Verdana"/>
              <a:buNone/>
              <a:defRPr sz="900"/>
            </a:lvl9pPr>
          </a:lstStyle>
          <a:p>
            <a:endParaRPr/>
          </a:p>
        </p:txBody>
      </p:sp>
      <p:sp>
        <p:nvSpPr>
          <p:cNvPr id="81" name="Google Shape;81;p12"/>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3"/>
          <p:cNvSpPr txBox="1">
            <a:spLocks noGrp="1"/>
          </p:cNvSpPr>
          <p:nvPr>
            <p:ph type="body" idx="1"/>
          </p:nvPr>
        </p:nvSpPr>
        <p:spPr>
          <a:xfrm rot="5400000">
            <a:off x="2461419" y="-99218"/>
            <a:ext cx="4525963" cy="7924800"/>
          </a:xfrm>
          <a:prstGeom prst="rect">
            <a:avLst/>
          </a:prstGeom>
          <a:noFill/>
          <a:ln>
            <a:noFill/>
          </a:ln>
        </p:spPr>
        <p:txBody>
          <a:bodyPr spcFirstLastPara="1" wrap="square" lIns="91425" tIns="45700" rIns="91425" bIns="45700" anchor="t" anchorCtr="0"/>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3"/>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rot="5400000">
            <a:off x="5067300" y="2506663"/>
            <a:ext cx="5257800" cy="1981200"/>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4"/>
          <p:cNvSpPr txBox="1">
            <a:spLocks noGrp="1"/>
          </p:cNvSpPr>
          <p:nvPr>
            <p:ph type="body" idx="1"/>
          </p:nvPr>
        </p:nvSpPr>
        <p:spPr>
          <a:xfrm rot="5400000">
            <a:off x="1028700" y="601663"/>
            <a:ext cx="5257800" cy="5791200"/>
          </a:xfrm>
          <a:prstGeom prst="rect">
            <a:avLst/>
          </a:prstGeom>
          <a:noFill/>
          <a:ln>
            <a:noFill/>
          </a:ln>
        </p:spPr>
        <p:txBody>
          <a:bodyPr spcFirstLastPara="1" wrap="square" lIns="91425" tIns="45700" rIns="91425" bIns="45700" anchor="t" anchorCtr="0"/>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 name="Google Shape;89;p14"/>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hart" type="chart">
  <p:cSld name="CHART">
    <p:spTree>
      <p:nvGrpSpPr>
        <p:cNvPr id="1" name="Shape 90"/>
        <p:cNvGrpSpPr/>
        <p:nvPr/>
      </p:nvGrpSpPr>
      <p:grpSpPr>
        <a:xfrm>
          <a:off x="0" y="0"/>
          <a:ext cx="0" cy="0"/>
          <a:chOff x="0" y="0"/>
          <a:chExt cx="0" cy="0"/>
        </a:xfrm>
      </p:grpSpPr>
      <p:sp>
        <p:nvSpPr>
          <p:cNvPr id="91" name="Google Shape;91;p15"/>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5"/>
          <p:cNvSpPr>
            <a:spLocks noGrp="1"/>
          </p:cNvSpPr>
          <p:nvPr>
            <p:ph type="chart" idx="2"/>
          </p:nvPr>
        </p:nvSpPr>
        <p:spPr>
          <a:xfrm>
            <a:off x="762000" y="1600200"/>
            <a:ext cx="7924800" cy="4525963"/>
          </a:xfrm>
          <a:prstGeom prst="rect">
            <a:avLst/>
          </a:prstGeom>
          <a:noFill/>
          <a:ln>
            <a:noFill/>
          </a:ln>
        </p:spPr>
        <p:txBody>
          <a:bodyPr spcFirstLastPara="1" wrap="square" lIns="91425" tIns="45700" rIns="91425" bIns="45700" anchor="t" anchorCtr="0"/>
          <a:lstStyle>
            <a:lvl1pPr marR="0" lvl="0" algn="l" rtl="0">
              <a:spcBef>
                <a:spcPts val="360"/>
              </a:spcBef>
              <a:spcAft>
                <a:spcPts val="0"/>
              </a:spcAft>
              <a:buClr>
                <a:schemeClr val="dk1"/>
              </a:buClr>
              <a:buSzPts val="1800"/>
              <a:buFont typeface="Verdana"/>
              <a:buChar char="•"/>
              <a:defRPr sz="1800" b="0" i="0" u="none" strike="noStrike" cap="none">
                <a:solidFill>
                  <a:schemeClr val="dk1"/>
                </a:solidFill>
                <a:latin typeface="Verdana"/>
                <a:ea typeface="Verdana"/>
                <a:cs typeface="Verdana"/>
                <a:sym typeface="Verdana"/>
              </a:defRPr>
            </a:lvl1pPr>
            <a:lvl2pPr marR="0" lvl="1" algn="l" rtl="0">
              <a:spcBef>
                <a:spcPts val="320"/>
              </a:spcBef>
              <a:spcAft>
                <a:spcPts val="0"/>
              </a:spcAft>
              <a:buClr>
                <a:schemeClr val="dk1"/>
              </a:buClr>
              <a:buSzPts val="1600"/>
              <a:buFont typeface="Verdana"/>
              <a:buChar char="–"/>
              <a:defRPr sz="1600" b="0" i="0" u="none" strike="noStrike" cap="none">
                <a:solidFill>
                  <a:schemeClr val="dk1"/>
                </a:solidFill>
                <a:latin typeface="Verdana"/>
                <a:ea typeface="Verdana"/>
                <a:cs typeface="Verdana"/>
                <a:sym typeface="Verdana"/>
              </a:defRPr>
            </a:lvl2pPr>
            <a:lvl3pPr marR="0" lvl="2"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3pPr>
            <a:lvl4pPr marR="0" lvl="3"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4pPr>
            <a:lvl5pPr marR="0" lvl="4"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5pPr>
            <a:lvl6pPr marR="0" lvl="5"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6pPr>
            <a:lvl7pPr marR="0" lvl="6"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7pPr>
            <a:lvl8pPr marR="0" lvl="7"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8pPr>
            <a:lvl9pPr marR="0" lvl="8"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9pPr>
          </a:lstStyle>
          <a:p>
            <a:endParaRPr/>
          </a:p>
        </p:txBody>
      </p:sp>
      <p:sp>
        <p:nvSpPr>
          <p:cNvPr id="93" name="Google Shape;93;p15"/>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6"/>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000">
                <a:solidFill>
                  <a:schemeClr val="dk1"/>
                </a:solidFill>
                <a:latin typeface="Verdana"/>
                <a:ea typeface="Verdana"/>
                <a:cs typeface="Verdana"/>
                <a:sym typeface="Verdana"/>
              </a:defRPr>
            </a:lvl1pPr>
            <a:lvl2pPr marL="0" marR="0" lvl="1" indent="0" algn="r">
              <a:spcBef>
                <a:spcPts val="0"/>
              </a:spcBef>
              <a:spcAft>
                <a:spcPts val="0"/>
              </a:spcAft>
              <a:buNone/>
              <a:defRPr sz="1000">
                <a:solidFill>
                  <a:schemeClr val="dk1"/>
                </a:solidFill>
                <a:latin typeface="Verdana"/>
                <a:ea typeface="Verdana"/>
                <a:cs typeface="Verdana"/>
                <a:sym typeface="Verdana"/>
              </a:defRPr>
            </a:lvl2pPr>
            <a:lvl3pPr marL="0" marR="0" lvl="2" indent="0" algn="r">
              <a:spcBef>
                <a:spcPts val="0"/>
              </a:spcBef>
              <a:spcAft>
                <a:spcPts val="0"/>
              </a:spcAft>
              <a:buNone/>
              <a:defRPr sz="1000">
                <a:solidFill>
                  <a:schemeClr val="dk1"/>
                </a:solidFill>
                <a:latin typeface="Verdana"/>
                <a:ea typeface="Verdana"/>
                <a:cs typeface="Verdana"/>
                <a:sym typeface="Verdana"/>
              </a:defRPr>
            </a:lvl3pPr>
            <a:lvl4pPr marL="0" marR="0" lvl="3" indent="0" algn="r">
              <a:spcBef>
                <a:spcPts val="0"/>
              </a:spcBef>
              <a:spcAft>
                <a:spcPts val="0"/>
              </a:spcAft>
              <a:buNone/>
              <a:defRPr sz="1000">
                <a:solidFill>
                  <a:schemeClr val="dk1"/>
                </a:solidFill>
                <a:latin typeface="Verdana"/>
                <a:ea typeface="Verdana"/>
                <a:cs typeface="Verdana"/>
                <a:sym typeface="Verdana"/>
              </a:defRPr>
            </a:lvl4pPr>
            <a:lvl5pPr marL="0" marR="0" lvl="4" indent="0" algn="r">
              <a:spcBef>
                <a:spcPts val="0"/>
              </a:spcBef>
              <a:spcAft>
                <a:spcPts val="0"/>
              </a:spcAft>
              <a:buNone/>
              <a:defRPr sz="1000">
                <a:solidFill>
                  <a:schemeClr val="dk1"/>
                </a:solidFill>
                <a:latin typeface="Verdana"/>
                <a:ea typeface="Verdana"/>
                <a:cs typeface="Verdana"/>
                <a:sym typeface="Verdana"/>
              </a:defRPr>
            </a:lvl5pPr>
            <a:lvl6pPr marL="0" marR="0" lvl="5" indent="0" algn="r">
              <a:spcBef>
                <a:spcPts val="0"/>
              </a:spcBef>
              <a:spcAft>
                <a:spcPts val="0"/>
              </a:spcAft>
              <a:buNone/>
              <a:defRPr sz="1000">
                <a:solidFill>
                  <a:schemeClr val="dk1"/>
                </a:solidFill>
                <a:latin typeface="Verdana"/>
                <a:ea typeface="Verdana"/>
                <a:cs typeface="Verdana"/>
                <a:sym typeface="Verdana"/>
              </a:defRPr>
            </a:lvl6pPr>
            <a:lvl7pPr marL="0" marR="0" lvl="6" indent="0" algn="r">
              <a:spcBef>
                <a:spcPts val="0"/>
              </a:spcBef>
              <a:spcAft>
                <a:spcPts val="0"/>
              </a:spcAft>
              <a:buNone/>
              <a:defRPr sz="1000">
                <a:solidFill>
                  <a:schemeClr val="dk1"/>
                </a:solidFill>
                <a:latin typeface="Verdana"/>
                <a:ea typeface="Verdana"/>
                <a:cs typeface="Verdana"/>
                <a:sym typeface="Verdana"/>
              </a:defRPr>
            </a:lvl7pPr>
            <a:lvl8pPr marL="0" marR="0" lvl="7" indent="0" algn="r">
              <a:spcBef>
                <a:spcPts val="0"/>
              </a:spcBef>
              <a:spcAft>
                <a:spcPts val="0"/>
              </a:spcAft>
              <a:buNone/>
              <a:defRPr sz="1000">
                <a:solidFill>
                  <a:schemeClr val="dk1"/>
                </a:solidFill>
                <a:latin typeface="Verdana"/>
                <a:ea typeface="Verdana"/>
                <a:cs typeface="Verdana"/>
                <a:sym typeface="Verdana"/>
              </a:defRPr>
            </a:lvl8pPr>
            <a:lvl9pPr marL="0" marR="0" lvl="8" indent="0" algn="r">
              <a:spcBef>
                <a:spcPts val="0"/>
              </a:spcBef>
              <a:spcAft>
                <a:spcPts val="0"/>
              </a:spcAft>
              <a:buNone/>
              <a:defRPr sz="10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336130" y="457201"/>
            <a:ext cx="8485556" cy="295466"/>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7"/>
          <p:cNvSpPr txBox="1">
            <a:spLocks noGrp="1"/>
          </p:cNvSpPr>
          <p:nvPr>
            <p:ph type="body" idx="1"/>
          </p:nvPr>
        </p:nvSpPr>
        <p:spPr>
          <a:xfrm>
            <a:off x="336130" y="777241"/>
            <a:ext cx="8485556" cy="253916"/>
          </a:xfrm>
          <a:prstGeom prst="rect">
            <a:avLst/>
          </a:prstGeom>
          <a:noFill/>
          <a:ln>
            <a:noFill/>
          </a:ln>
        </p:spPr>
        <p:txBody>
          <a:bodyPr spcFirstLastPara="1" wrap="square" lIns="91425" tIns="45700" rIns="91425" bIns="45700" anchor="t" anchorCtr="0"/>
          <a:lstStyle>
            <a:lvl1pPr marL="457200" lvl="0" indent="-228600" algn="l">
              <a:spcBef>
                <a:spcPts val="360"/>
              </a:spcBef>
              <a:spcAft>
                <a:spcPts val="0"/>
              </a:spcAft>
              <a:buClr>
                <a:srgbClr val="000000"/>
              </a:buClr>
              <a:buSzPts val="1800"/>
              <a:buFont typeface="Verdana"/>
              <a:buNone/>
              <a:defRPr b="0">
                <a:solidFill>
                  <a:srgbClr val="000000"/>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0" name="Google Shape;100;p17"/>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
        <p:nvSpPr>
          <p:cNvPr id="101" name="Google Shape;101;p17"/>
          <p:cNvSpPr txBox="1">
            <a:spLocks noGrp="1"/>
          </p:cNvSpPr>
          <p:nvPr>
            <p:ph type="body" idx="2"/>
          </p:nvPr>
        </p:nvSpPr>
        <p:spPr>
          <a:xfrm>
            <a:off x="304117" y="1283209"/>
            <a:ext cx="8485556" cy="1001813"/>
          </a:xfrm>
          <a:prstGeom prst="rect">
            <a:avLst/>
          </a:prstGeom>
          <a:noFill/>
          <a:ln>
            <a:noFill/>
          </a:ln>
        </p:spPr>
        <p:txBody>
          <a:bodyPr spcFirstLastPara="1" wrap="square" lIns="91425" tIns="45700" rIns="91425" bIns="45700" anchor="t" anchorCtr="0"/>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295275" algn="l">
              <a:spcBef>
                <a:spcPts val="210"/>
              </a:spcBef>
              <a:spcAft>
                <a:spcPts val="0"/>
              </a:spcAft>
              <a:buClr>
                <a:schemeClr val="dk1"/>
              </a:buClr>
              <a:buSzPts val="1050"/>
              <a:buFont typeface="Verdana"/>
              <a:buChar char="•"/>
              <a:defRPr sz="1050"/>
            </a:lvl3pPr>
            <a:lvl4pPr marL="1828800" lvl="3" indent="-295275" algn="l">
              <a:spcBef>
                <a:spcPts val="210"/>
              </a:spcBef>
              <a:spcAft>
                <a:spcPts val="0"/>
              </a:spcAft>
              <a:buClr>
                <a:schemeClr val="dk1"/>
              </a:buClr>
              <a:buSzPts val="1050"/>
              <a:buFont typeface="Verdana"/>
              <a:buChar char="–"/>
              <a:defRPr sz="105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1pPr>
            <a:lvl2pPr marR="0" lvl="1"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2pPr>
            <a:lvl3pPr marR="0" lvl="2"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3pPr>
            <a:lvl4pPr marR="0" lvl="3"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4pPr>
            <a:lvl5pPr marR="0" lvl="4"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5pPr>
            <a:lvl6pPr marR="0" lvl="5"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6pPr>
            <a:lvl7pPr marR="0" lvl="6"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7pPr>
            <a:lvl8pPr marR="0" lvl="7"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8pPr>
            <a:lvl9pPr marR="0" lvl="8"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9pPr>
          </a:lstStyle>
          <a:p>
            <a:endParaRPr/>
          </a:p>
        </p:txBody>
      </p:sp>
      <p:sp>
        <p:nvSpPr>
          <p:cNvPr id="11" name="Google Shape;11;p1"/>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lstStyle>
            <a:lvl1pPr marL="457200" marR="0" lvl="0" indent="-342900" algn="l" rtl="0">
              <a:spcBef>
                <a:spcPts val="360"/>
              </a:spcBef>
              <a:spcAft>
                <a:spcPts val="0"/>
              </a:spcAft>
              <a:buClr>
                <a:schemeClr val="dk1"/>
              </a:buClr>
              <a:buSzPts val="1800"/>
              <a:buFont typeface="Verdana"/>
              <a:buChar char="•"/>
              <a:defRPr sz="1800" b="0" i="0" u="none" strike="noStrike" cap="none">
                <a:solidFill>
                  <a:schemeClr val="dk1"/>
                </a:solidFill>
                <a:latin typeface="Verdana"/>
                <a:ea typeface="Verdana"/>
                <a:cs typeface="Verdana"/>
                <a:sym typeface="Verdana"/>
              </a:defRPr>
            </a:lvl1pPr>
            <a:lvl2pPr marL="914400" marR="0" lvl="1" indent="-330200" algn="l" rtl="0">
              <a:spcBef>
                <a:spcPts val="320"/>
              </a:spcBef>
              <a:spcAft>
                <a:spcPts val="0"/>
              </a:spcAft>
              <a:buClr>
                <a:schemeClr val="dk1"/>
              </a:buClr>
              <a:buSzPts val="1600"/>
              <a:buFont typeface="Verdana"/>
              <a:buChar char="–"/>
              <a:defRPr sz="1600" b="0" i="0" u="none" strike="noStrike" cap="none">
                <a:solidFill>
                  <a:schemeClr val="dk1"/>
                </a:solidFill>
                <a:latin typeface="Verdana"/>
                <a:ea typeface="Verdana"/>
                <a:cs typeface="Verdana"/>
                <a:sym typeface="Verdana"/>
              </a:defRPr>
            </a:lvl2pPr>
            <a:lvl3pPr marL="1371600" marR="0" lvl="2"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3pPr>
            <a:lvl4pPr marL="1828800" marR="0" lvl="3"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4pPr>
            <a:lvl5pPr marL="2286000" marR="0" lvl="4"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5pPr>
            <a:lvl6pPr marL="2743200" marR="0" lvl="5"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6pPr>
            <a:lvl7pPr marL="3200400" marR="0" lvl="6"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7pPr>
            <a:lvl8pPr marL="3657600" marR="0" lvl="7"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8pPr>
            <a:lvl9pPr marL="4114800" marR="0" lvl="8"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9pPr>
          </a:lstStyle>
          <a:p>
            <a:endParaRPr/>
          </a:p>
        </p:txBody>
      </p:sp>
      <p:sp>
        <p:nvSpPr>
          <p:cNvPr id="12" name="Google Shape;12;p1"/>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000" b="0" i="0" u="none" strike="noStrike" cap="none">
                <a:solidFill>
                  <a:schemeClr val="dk1"/>
                </a:solidFill>
                <a:latin typeface="Verdana"/>
                <a:ea typeface="Verdana"/>
                <a:cs typeface="Verdana"/>
                <a:sym typeface="Verdana"/>
              </a:defRPr>
            </a:lvl1pPr>
            <a:lvl2pPr marL="0" marR="0" lvl="1" indent="0" algn="r" rtl="0">
              <a:spcBef>
                <a:spcPts val="0"/>
              </a:spcBef>
              <a:spcAft>
                <a:spcPts val="0"/>
              </a:spcAft>
              <a:buNone/>
              <a:defRPr sz="1000" b="0" i="0" u="none" strike="noStrike" cap="none">
                <a:solidFill>
                  <a:schemeClr val="dk1"/>
                </a:solidFill>
                <a:latin typeface="Verdana"/>
                <a:ea typeface="Verdana"/>
                <a:cs typeface="Verdana"/>
                <a:sym typeface="Verdana"/>
              </a:defRPr>
            </a:lvl2pPr>
            <a:lvl3pPr marL="0" marR="0" lvl="2" indent="0" algn="r" rtl="0">
              <a:spcBef>
                <a:spcPts val="0"/>
              </a:spcBef>
              <a:spcAft>
                <a:spcPts val="0"/>
              </a:spcAft>
              <a:buNone/>
              <a:defRPr sz="1000" b="0" i="0" u="none" strike="noStrike" cap="none">
                <a:solidFill>
                  <a:schemeClr val="dk1"/>
                </a:solidFill>
                <a:latin typeface="Verdana"/>
                <a:ea typeface="Verdana"/>
                <a:cs typeface="Verdana"/>
                <a:sym typeface="Verdana"/>
              </a:defRPr>
            </a:lvl3pPr>
            <a:lvl4pPr marL="0" marR="0" lvl="3" indent="0" algn="r" rtl="0">
              <a:spcBef>
                <a:spcPts val="0"/>
              </a:spcBef>
              <a:spcAft>
                <a:spcPts val="0"/>
              </a:spcAft>
              <a:buNone/>
              <a:defRPr sz="1000" b="0" i="0" u="none" strike="noStrike" cap="none">
                <a:solidFill>
                  <a:schemeClr val="dk1"/>
                </a:solidFill>
                <a:latin typeface="Verdana"/>
                <a:ea typeface="Verdana"/>
                <a:cs typeface="Verdana"/>
                <a:sym typeface="Verdana"/>
              </a:defRPr>
            </a:lvl4pPr>
            <a:lvl5pPr marL="0" marR="0" lvl="4" indent="0" algn="r" rtl="0">
              <a:spcBef>
                <a:spcPts val="0"/>
              </a:spcBef>
              <a:spcAft>
                <a:spcPts val="0"/>
              </a:spcAft>
              <a:buNone/>
              <a:defRPr sz="1000" b="0" i="0" u="none" strike="noStrike" cap="none">
                <a:solidFill>
                  <a:schemeClr val="dk1"/>
                </a:solidFill>
                <a:latin typeface="Verdana"/>
                <a:ea typeface="Verdana"/>
                <a:cs typeface="Verdana"/>
                <a:sym typeface="Verdana"/>
              </a:defRPr>
            </a:lvl5pPr>
            <a:lvl6pPr marL="0" marR="0" lvl="5" indent="0" algn="r" rtl="0">
              <a:spcBef>
                <a:spcPts val="0"/>
              </a:spcBef>
              <a:spcAft>
                <a:spcPts val="0"/>
              </a:spcAft>
              <a:buNone/>
              <a:defRPr sz="1000" b="0" i="0" u="none" strike="noStrike" cap="none">
                <a:solidFill>
                  <a:schemeClr val="dk1"/>
                </a:solidFill>
                <a:latin typeface="Verdana"/>
                <a:ea typeface="Verdana"/>
                <a:cs typeface="Verdana"/>
                <a:sym typeface="Verdana"/>
              </a:defRPr>
            </a:lvl6pPr>
            <a:lvl7pPr marL="0" marR="0" lvl="6" indent="0" algn="r" rtl="0">
              <a:spcBef>
                <a:spcPts val="0"/>
              </a:spcBef>
              <a:spcAft>
                <a:spcPts val="0"/>
              </a:spcAft>
              <a:buNone/>
              <a:defRPr sz="1000" b="0" i="0" u="none" strike="noStrike" cap="none">
                <a:solidFill>
                  <a:schemeClr val="dk1"/>
                </a:solidFill>
                <a:latin typeface="Verdana"/>
                <a:ea typeface="Verdana"/>
                <a:cs typeface="Verdana"/>
                <a:sym typeface="Verdana"/>
              </a:defRPr>
            </a:lvl7pPr>
            <a:lvl8pPr marL="0" marR="0" lvl="7" indent="0" algn="r" rtl="0">
              <a:spcBef>
                <a:spcPts val="0"/>
              </a:spcBef>
              <a:spcAft>
                <a:spcPts val="0"/>
              </a:spcAft>
              <a:buNone/>
              <a:defRPr sz="1000" b="0" i="0" u="none" strike="noStrike" cap="none">
                <a:solidFill>
                  <a:schemeClr val="dk1"/>
                </a:solidFill>
                <a:latin typeface="Verdana"/>
                <a:ea typeface="Verdana"/>
                <a:cs typeface="Verdana"/>
                <a:sym typeface="Verdana"/>
              </a:defRPr>
            </a:lvl8pPr>
            <a:lvl9pPr marL="0" marR="0" lvl="8" indent="0" algn="r" rtl="0">
              <a:spcBef>
                <a:spcPts val="0"/>
              </a:spcBef>
              <a:spcAft>
                <a:spcPts val="0"/>
              </a:spcAft>
              <a:buNone/>
              <a:defRPr sz="1000" b="0" i="0" u="none" strike="noStrike" cap="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
          <p:cNvSpPr/>
          <p:nvPr/>
        </p:nvSpPr>
        <p:spPr>
          <a:xfrm>
            <a:off x="1752600" y="0"/>
            <a:ext cx="7391400" cy="419100"/>
          </a:xfrm>
          <a:custGeom>
            <a:avLst/>
            <a:gdLst/>
            <a:ahLst/>
            <a:cxnLst/>
            <a:rect l="l" t="t" r="r" b="b"/>
            <a:pathLst>
              <a:path w="4656" h="264" extrusionOk="0">
                <a:moveTo>
                  <a:pt x="0" y="264"/>
                </a:moveTo>
                <a:lnTo>
                  <a:pt x="4656" y="264"/>
                </a:lnTo>
                <a:lnTo>
                  <a:pt x="4656" y="0"/>
                </a:lnTo>
                <a:lnTo>
                  <a:pt x="120" y="0"/>
                </a:lnTo>
                <a:lnTo>
                  <a:pt x="0" y="264"/>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nvGrpSpPr>
          <p:cNvPr id="14" name="Google Shape;14;p1"/>
          <p:cNvGrpSpPr/>
          <p:nvPr/>
        </p:nvGrpSpPr>
        <p:grpSpPr>
          <a:xfrm>
            <a:off x="7772400" y="0"/>
            <a:ext cx="962025" cy="128588"/>
            <a:chOff x="4518" y="0"/>
            <a:chExt cx="984" cy="132"/>
          </a:xfrm>
        </p:grpSpPr>
        <p:sp>
          <p:nvSpPr>
            <p:cNvPr id="15" name="Google Shape;15;p1"/>
            <p:cNvSpPr/>
            <p:nvPr/>
          </p:nvSpPr>
          <p:spPr>
            <a:xfrm>
              <a:off x="45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6" name="Google Shape;16;p1"/>
            <p:cNvSpPr/>
            <p:nvPr/>
          </p:nvSpPr>
          <p:spPr>
            <a:xfrm>
              <a:off x="4870"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7" name="Google Shape;17;p1"/>
            <p:cNvSpPr/>
            <p:nvPr/>
          </p:nvSpPr>
          <p:spPr>
            <a:xfrm>
              <a:off x="52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
        <p:cNvGrpSpPr/>
        <p:nvPr/>
      </p:nvGrpSpPr>
      <p:grpSpPr>
        <a:xfrm>
          <a:off x="0" y="0"/>
          <a:ext cx="0" cy="0"/>
          <a:chOff x="0" y="0"/>
          <a:chExt cx="0" cy="0"/>
        </a:xfrm>
      </p:grpSpPr>
      <p:sp>
        <p:nvSpPr>
          <p:cNvPr id="29" name="Google Shape;29;p3"/>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1pPr>
            <a:lvl2pPr marR="0" lvl="1"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2pPr>
            <a:lvl3pPr marR="0" lvl="2"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3pPr>
            <a:lvl4pPr marR="0" lvl="3"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4pPr>
            <a:lvl5pPr marR="0" lvl="4"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5pPr>
            <a:lvl6pPr marR="0" lvl="5"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6pPr>
            <a:lvl7pPr marR="0" lvl="6"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7pPr>
            <a:lvl8pPr marR="0" lvl="7"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8pPr>
            <a:lvl9pPr marR="0" lvl="8" algn="l" rtl="0">
              <a:spcBef>
                <a:spcPts val="0"/>
              </a:spcBef>
              <a:spcAft>
                <a:spcPts val="0"/>
              </a:spcAft>
              <a:buSzPts val="1400"/>
              <a:buNone/>
              <a:defRPr sz="2200" b="1" i="0" u="none" strike="noStrike" cap="none">
                <a:solidFill>
                  <a:srgbClr val="777777"/>
                </a:solidFill>
                <a:latin typeface="Verdana"/>
                <a:ea typeface="Verdana"/>
                <a:cs typeface="Verdana"/>
                <a:sym typeface="Verdana"/>
              </a:defRPr>
            </a:lvl9pPr>
          </a:lstStyle>
          <a:p>
            <a:endParaRPr/>
          </a:p>
        </p:txBody>
      </p:sp>
      <p:sp>
        <p:nvSpPr>
          <p:cNvPr id="30" name="Google Shape;30;p3"/>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lstStyle>
            <a:lvl1pPr marL="457200" marR="0" lvl="0" indent="-342900" algn="l" rtl="0">
              <a:spcBef>
                <a:spcPts val="360"/>
              </a:spcBef>
              <a:spcAft>
                <a:spcPts val="0"/>
              </a:spcAft>
              <a:buClr>
                <a:schemeClr val="dk1"/>
              </a:buClr>
              <a:buSzPts val="1800"/>
              <a:buFont typeface="Verdana"/>
              <a:buChar char="•"/>
              <a:defRPr sz="1800" b="0" i="0" u="none" strike="noStrike" cap="none">
                <a:solidFill>
                  <a:schemeClr val="dk1"/>
                </a:solidFill>
                <a:latin typeface="Verdana"/>
                <a:ea typeface="Verdana"/>
                <a:cs typeface="Verdana"/>
                <a:sym typeface="Verdana"/>
              </a:defRPr>
            </a:lvl1pPr>
            <a:lvl2pPr marL="914400" marR="0" lvl="1" indent="-330200" algn="l" rtl="0">
              <a:spcBef>
                <a:spcPts val="320"/>
              </a:spcBef>
              <a:spcAft>
                <a:spcPts val="0"/>
              </a:spcAft>
              <a:buClr>
                <a:schemeClr val="dk1"/>
              </a:buClr>
              <a:buSzPts val="1600"/>
              <a:buFont typeface="Verdana"/>
              <a:buChar char="–"/>
              <a:defRPr sz="1600" b="0" i="0" u="none" strike="noStrike" cap="none">
                <a:solidFill>
                  <a:schemeClr val="dk1"/>
                </a:solidFill>
                <a:latin typeface="Verdana"/>
                <a:ea typeface="Verdana"/>
                <a:cs typeface="Verdana"/>
                <a:sym typeface="Verdana"/>
              </a:defRPr>
            </a:lvl2pPr>
            <a:lvl3pPr marL="1371600" marR="0" lvl="2"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3pPr>
            <a:lvl4pPr marL="1828800" marR="0" lvl="3"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4pPr>
            <a:lvl5pPr marL="2286000" marR="0" lvl="4"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5pPr>
            <a:lvl6pPr marL="2743200" marR="0" lvl="5"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6pPr>
            <a:lvl7pPr marL="3200400" marR="0" lvl="6"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7pPr>
            <a:lvl8pPr marL="3657600" marR="0" lvl="7"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8pPr>
            <a:lvl9pPr marL="4114800" marR="0" lvl="8" indent="-317500" algn="l" rtl="0">
              <a:spcBef>
                <a:spcPts val="280"/>
              </a:spcBef>
              <a:spcAft>
                <a:spcPts val="0"/>
              </a:spcAft>
              <a:buClr>
                <a:schemeClr val="dk1"/>
              </a:buClr>
              <a:buSzPts val="1400"/>
              <a:buFont typeface="Verdana"/>
              <a:buChar char="»"/>
              <a:defRPr sz="1400" b="0" i="0" u="none" strike="noStrike" cap="none">
                <a:solidFill>
                  <a:schemeClr val="dk1"/>
                </a:solidFill>
                <a:latin typeface="Verdana"/>
                <a:ea typeface="Verdana"/>
                <a:cs typeface="Verdana"/>
                <a:sym typeface="Verdana"/>
              </a:defRPr>
            </a:lvl9pPr>
          </a:lstStyle>
          <a:p>
            <a:endParaRPr/>
          </a:p>
        </p:txBody>
      </p:sp>
      <p:sp>
        <p:nvSpPr>
          <p:cNvPr id="31" name="Google Shape;31;p3"/>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000" b="0" i="0" u="none" strike="noStrike" cap="none">
                <a:solidFill>
                  <a:schemeClr val="dk1"/>
                </a:solidFill>
                <a:latin typeface="Verdana"/>
                <a:ea typeface="Verdana"/>
                <a:cs typeface="Verdana"/>
                <a:sym typeface="Verdana"/>
              </a:defRPr>
            </a:lvl1pPr>
            <a:lvl2pPr marL="0" marR="0" lvl="1" indent="0" algn="r" rtl="0">
              <a:spcBef>
                <a:spcPts val="0"/>
              </a:spcBef>
              <a:spcAft>
                <a:spcPts val="0"/>
              </a:spcAft>
              <a:buNone/>
              <a:defRPr sz="1000" b="0" i="0" u="none" strike="noStrike" cap="none">
                <a:solidFill>
                  <a:schemeClr val="dk1"/>
                </a:solidFill>
                <a:latin typeface="Verdana"/>
                <a:ea typeface="Verdana"/>
                <a:cs typeface="Verdana"/>
                <a:sym typeface="Verdana"/>
              </a:defRPr>
            </a:lvl2pPr>
            <a:lvl3pPr marL="0" marR="0" lvl="2" indent="0" algn="r" rtl="0">
              <a:spcBef>
                <a:spcPts val="0"/>
              </a:spcBef>
              <a:spcAft>
                <a:spcPts val="0"/>
              </a:spcAft>
              <a:buNone/>
              <a:defRPr sz="1000" b="0" i="0" u="none" strike="noStrike" cap="none">
                <a:solidFill>
                  <a:schemeClr val="dk1"/>
                </a:solidFill>
                <a:latin typeface="Verdana"/>
                <a:ea typeface="Verdana"/>
                <a:cs typeface="Verdana"/>
                <a:sym typeface="Verdana"/>
              </a:defRPr>
            </a:lvl3pPr>
            <a:lvl4pPr marL="0" marR="0" lvl="3" indent="0" algn="r" rtl="0">
              <a:spcBef>
                <a:spcPts val="0"/>
              </a:spcBef>
              <a:spcAft>
                <a:spcPts val="0"/>
              </a:spcAft>
              <a:buNone/>
              <a:defRPr sz="1000" b="0" i="0" u="none" strike="noStrike" cap="none">
                <a:solidFill>
                  <a:schemeClr val="dk1"/>
                </a:solidFill>
                <a:latin typeface="Verdana"/>
                <a:ea typeface="Verdana"/>
                <a:cs typeface="Verdana"/>
                <a:sym typeface="Verdana"/>
              </a:defRPr>
            </a:lvl4pPr>
            <a:lvl5pPr marL="0" marR="0" lvl="4" indent="0" algn="r" rtl="0">
              <a:spcBef>
                <a:spcPts val="0"/>
              </a:spcBef>
              <a:spcAft>
                <a:spcPts val="0"/>
              </a:spcAft>
              <a:buNone/>
              <a:defRPr sz="1000" b="0" i="0" u="none" strike="noStrike" cap="none">
                <a:solidFill>
                  <a:schemeClr val="dk1"/>
                </a:solidFill>
                <a:latin typeface="Verdana"/>
                <a:ea typeface="Verdana"/>
                <a:cs typeface="Verdana"/>
                <a:sym typeface="Verdana"/>
              </a:defRPr>
            </a:lvl5pPr>
            <a:lvl6pPr marL="0" marR="0" lvl="5" indent="0" algn="r" rtl="0">
              <a:spcBef>
                <a:spcPts val="0"/>
              </a:spcBef>
              <a:spcAft>
                <a:spcPts val="0"/>
              </a:spcAft>
              <a:buNone/>
              <a:defRPr sz="1000" b="0" i="0" u="none" strike="noStrike" cap="none">
                <a:solidFill>
                  <a:schemeClr val="dk1"/>
                </a:solidFill>
                <a:latin typeface="Verdana"/>
                <a:ea typeface="Verdana"/>
                <a:cs typeface="Verdana"/>
                <a:sym typeface="Verdana"/>
              </a:defRPr>
            </a:lvl6pPr>
            <a:lvl7pPr marL="0" marR="0" lvl="6" indent="0" algn="r" rtl="0">
              <a:spcBef>
                <a:spcPts val="0"/>
              </a:spcBef>
              <a:spcAft>
                <a:spcPts val="0"/>
              </a:spcAft>
              <a:buNone/>
              <a:defRPr sz="1000" b="0" i="0" u="none" strike="noStrike" cap="none">
                <a:solidFill>
                  <a:schemeClr val="dk1"/>
                </a:solidFill>
                <a:latin typeface="Verdana"/>
                <a:ea typeface="Verdana"/>
                <a:cs typeface="Verdana"/>
                <a:sym typeface="Verdana"/>
              </a:defRPr>
            </a:lvl7pPr>
            <a:lvl8pPr marL="0" marR="0" lvl="7" indent="0" algn="r" rtl="0">
              <a:spcBef>
                <a:spcPts val="0"/>
              </a:spcBef>
              <a:spcAft>
                <a:spcPts val="0"/>
              </a:spcAft>
              <a:buNone/>
              <a:defRPr sz="1000" b="0" i="0" u="none" strike="noStrike" cap="none">
                <a:solidFill>
                  <a:schemeClr val="dk1"/>
                </a:solidFill>
                <a:latin typeface="Verdana"/>
                <a:ea typeface="Verdana"/>
                <a:cs typeface="Verdana"/>
                <a:sym typeface="Verdana"/>
              </a:defRPr>
            </a:lvl8pPr>
            <a:lvl9pPr marL="0" marR="0" lvl="8" indent="0" algn="r" rtl="0">
              <a:spcBef>
                <a:spcPts val="0"/>
              </a:spcBef>
              <a:spcAft>
                <a:spcPts val="0"/>
              </a:spcAft>
              <a:buNone/>
              <a:defRPr sz="1000" b="0" i="0" u="none" strike="noStrike" cap="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3"/>
          <p:cNvSpPr/>
          <p:nvPr/>
        </p:nvSpPr>
        <p:spPr>
          <a:xfrm>
            <a:off x="1752600" y="0"/>
            <a:ext cx="7391400" cy="419100"/>
          </a:xfrm>
          <a:custGeom>
            <a:avLst/>
            <a:gdLst/>
            <a:ahLst/>
            <a:cxnLst/>
            <a:rect l="l" t="t" r="r" b="b"/>
            <a:pathLst>
              <a:path w="4656" h="264" extrusionOk="0">
                <a:moveTo>
                  <a:pt x="0" y="264"/>
                </a:moveTo>
                <a:lnTo>
                  <a:pt x="4656" y="264"/>
                </a:lnTo>
                <a:lnTo>
                  <a:pt x="4656" y="0"/>
                </a:lnTo>
                <a:lnTo>
                  <a:pt x="120" y="0"/>
                </a:lnTo>
                <a:lnTo>
                  <a:pt x="0" y="264"/>
                </a:lnTo>
                <a:close/>
              </a:path>
            </a:pathLst>
          </a:custGeom>
          <a:solidFill>
            <a:srgbClr val="DDDDD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nvGrpSpPr>
          <p:cNvPr id="33" name="Google Shape;33;p3"/>
          <p:cNvGrpSpPr/>
          <p:nvPr/>
        </p:nvGrpSpPr>
        <p:grpSpPr>
          <a:xfrm>
            <a:off x="7772400" y="0"/>
            <a:ext cx="962025" cy="128588"/>
            <a:chOff x="4518" y="0"/>
            <a:chExt cx="984" cy="132"/>
          </a:xfrm>
        </p:grpSpPr>
        <p:sp>
          <p:nvSpPr>
            <p:cNvPr id="34" name="Google Shape;34;p3"/>
            <p:cNvSpPr/>
            <p:nvPr/>
          </p:nvSpPr>
          <p:spPr>
            <a:xfrm>
              <a:off x="45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 name="Google Shape;35;p3"/>
            <p:cNvSpPr/>
            <p:nvPr/>
          </p:nvSpPr>
          <p:spPr>
            <a:xfrm>
              <a:off x="4870"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 name="Google Shape;36;p3"/>
            <p:cNvSpPr/>
            <p:nvPr/>
          </p:nvSpPr>
          <p:spPr>
            <a:xfrm>
              <a:off x="5218" y="0"/>
              <a:ext cx="284" cy="132"/>
            </a:xfrm>
            <a:custGeom>
              <a:avLst/>
              <a:gdLst/>
              <a:ahLst/>
              <a:cxnLst/>
              <a:rect l="l" t="t" r="r" b="b"/>
              <a:pathLst>
                <a:path w="284" h="132" extrusionOk="0">
                  <a:moveTo>
                    <a:pt x="0" y="132"/>
                  </a:moveTo>
                  <a:lnTo>
                    <a:pt x="60" y="0"/>
                  </a:lnTo>
                  <a:lnTo>
                    <a:pt x="284" y="0"/>
                  </a:lnTo>
                  <a:lnTo>
                    <a:pt x="228" y="132"/>
                  </a:lnTo>
                  <a:lnTo>
                    <a:pt x="0" y="1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8"/>
          <p:cNvSpPr txBox="1">
            <a:spLocks noGrp="1"/>
          </p:cNvSpPr>
          <p:nvPr>
            <p:ph type="ctrTitle"/>
          </p:nvPr>
        </p:nvSpPr>
        <p:spPr>
          <a:xfrm>
            <a:off x="762000" y="1981200"/>
            <a:ext cx="7848600" cy="99377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Architectural Modeling and Analysis for Safety Engineering (AMASE)</a:t>
            </a:r>
            <a:endParaRPr/>
          </a:p>
        </p:txBody>
      </p:sp>
      <p:sp>
        <p:nvSpPr>
          <p:cNvPr id="108" name="Google Shape;108;p18"/>
          <p:cNvSpPr txBox="1">
            <a:spLocks noGrp="1"/>
          </p:cNvSpPr>
          <p:nvPr>
            <p:ph type="subTitle" idx="1"/>
          </p:nvPr>
        </p:nvSpPr>
        <p:spPr>
          <a:xfrm>
            <a:off x="762000" y="4267200"/>
            <a:ext cx="3962400" cy="106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Font typeface="Verdana"/>
              <a:buNone/>
            </a:pPr>
            <a:r>
              <a:rPr lang="en-US" sz="1600"/>
              <a:t>Danielle Stewart</a:t>
            </a:r>
            <a:endParaRPr/>
          </a:p>
          <a:p>
            <a:pPr marL="0" lvl="0" indent="0" algn="l" rtl="0">
              <a:spcBef>
                <a:spcPts val="320"/>
              </a:spcBef>
              <a:spcAft>
                <a:spcPts val="0"/>
              </a:spcAft>
              <a:buClr>
                <a:schemeClr val="dk1"/>
              </a:buClr>
              <a:buSzPts val="1600"/>
              <a:buFont typeface="Verdana"/>
              <a:buNone/>
            </a:pPr>
            <a:r>
              <a:rPr lang="en-US" sz="1600"/>
              <a:t>Oral Preliminary Exam</a:t>
            </a:r>
            <a:endParaRPr/>
          </a:p>
          <a:p>
            <a:pPr marL="0" lvl="0" indent="0" algn="l" rtl="0">
              <a:spcBef>
                <a:spcPts val="320"/>
              </a:spcBef>
              <a:spcAft>
                <a:spcPts val="0"/>
              </a:spcAft>
              <a:buClr>
                <a:schemeClr val="dk1"/>
              </a:buClr>
              <a:buSzPts val="1600"/>
              <a:buFont typeface="Verdana"/>
              <a:buNone/>
            </a:pPr>
            <a:r>
              <a:rPr lang="en-US" sz="1600"/>
              <a:t>January 2019</a:t>
            </a:r>
            <a:endParaRPr sz="1600"/>
          </a:p>
        </p:txBody>
      </p:sp>
      <p:sp>
        <p:nvSpPr>
          <p:cNvPr id="109" name="Google Shape;109;p18"/>
          <p:cNvSpPr txBox="1"/>
          <p:nvPr/>
        </p:nvSpPr>
        <p:spPr>
          <a:xfrm>
            <a:off x="762000" y="3203575"/>
            <a:ext cx="7620000" cy="838200"/>
          </a:xfrm>
          <a:prstGeom prst="rect">
            <a:avLst/>
          </a:prstGeom>
          <a:noFill/>
          <a:ln>
            <a:noFill/>
          </a:ln>
        </p:spPr>
        <p:txBody>
          <a:bodyPr spcFirstLastPara="1" wrap="square" lIns="91425" tIns="45700" rIns="91425" bIns="45700" anchor="t" anchorCtr="0">
            <a:noAutofit/>
          </a:bodyPr>
          <a:lstStyle/>
          <a:p>
            <a:pPr marL="0" marR="0" lvl="1" indent="0" algn="l" rtl="0">
              <a:spcBef>
                <a:spcPts val="0"/>
              </a:spcBef>
              <a:spcAft>
                <a:spcPts val="0"/>
              </a:spcAft>
              <a:buClr>
                <a:schemeClr val="dk1"/>
              </a:buClr>
              <a:buSzPts val="1600"/>
              <a:buFont typeface="Verdana"/>
              <a:buNone/>
            </a:pPr>
            <a:r>
              <a:rPr lang="en-US" sz="1600" b="0" i="0" u="none" strike="noStrike" cap="none">
                <a:solidFill>
                  <a:schemeClr val="dk1"/>
                </a:solidFill>
                <a:latin typeface="Verdana"/>
                <a:ea typeface="Verdana"/>
                <a:cs typeface="Verdana"/>
                <a:sym typeface="Verdana"/>
              </a:rPr>
              <a:t>Model-based safety analysis of critical systems</a:t>
            </a:r>
            <a:endParaRPr/>
          </a:p>
          <a:p>
            <a:pPr marL="0" marR="0" lvl="0" indent="0" algn="l" rtl="0">
              <a:spcBef>
                <a:spcPts val="360"/>
              </a:spcBef>
              <a:spcAft>
                <a:spcPts val="0"/>
              </a:spcAft>
              <a:buClr>
                <a:schemeClr val="dk1"/>
              </a:buClr>
              <a:buSzPts val="1800"/>
              <a:buFont typeface="Verdana"/>
              <a:buNone/>
            </a:pPr>
            <a:endParaRPr sz="1800" b="1" i="0" u="none" strike="noStrike" cap="none">
              <a:solidFill>
                <a:schemeClr val="dk1"/>
              </a:solidFill>
              <a:latin typeface="Verdana"/>
              <a:ea typeface="Verdana"/>
              <a:cs typeface="Verdana"/>
              <a:sym typeface="Verdana"/>
            </a:endParaRPr>
          </a:p>
        </p:txBody>
      </p:sp>
      <p:pic>
        <p:nvPicPr>
          <p:cNvPr id="110" name="Google Shape;110;p18"/>
          <p:cNvPicPr preferRelativeResize="0"/>
          <p:nvPr/>
        </p:nvPicPr>
        <p:blipFill rotWithShape="1">
          <a:blip r:embed="rId3">
            <a:alphaModFix/>
          </a:blip>
          <a:srcRect/>
          <a:stretch/>
        </p:blipFill>
        <p:spPr>
          <a:xfrm>
            <a:off x="2707979" y="5559425"/>
            <a:ext cx="2016421" cy="1298575"/>
          </a:xfrm>
          <a:prstGeom prst="rect">
            <a:avLst/>
          </a:prstGeom>
          <a:noFill/>
          <a:ln>
            <a:no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5614" y="5409655"/>
            <a:ext cx="2672443" cy="1448345"/>
          </a:xfrm>
          <a:prstGeom prst="rect">
            <a:avLst/>
          </a:prstGeom>
        </p:spPr>
      </p:pic>
    </p:spTree>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Motivation</a:t>
            </a:r>
            <a:endParaRPr/>
          </a:p>
        </p:txBody>
      </p:sp>
      <p:grpSp>
        <p:nvGrpSpPr>
          <p:cNvPr id="117" name="Google Shape;117;p19"/>
          <p:cNvGrpSpPr/>
          <p:nvPr/>
        </p:nvGrpSpPr>
        <p:grpSpPr>
          <a:xfrm>
            <a:off x="207963" y="3733800"/>
            <a:ext cx="2840037" cy="2428875"/>
            <a:chOff x="131" y="2352"/>
            <a:chExt cx="1789" cy="1530"/>
          </a:xfrm>
        </p:grpSpPr>
        <p:pic>
          <p:nvPicPr>
            <p:cNvPr id="118" name="Google Shape;118;p19"/>
            <p:cNvPicPr preferRelativeResize="0"/>
            <p:nvPr/>
          </p:nvPicPr>
          <p:blipFill rotWithShape="1">
            <a:blip r:embed="rId3">
              <a:alphaModFix/>
            </a:blip>
            <a:srcRect/>
            <a:stretch/>
          </p:blipFill>
          <p:spPr>
            <a:xfrm>
              <a:off x="131" y="2496"/>
              <a:ext cx="1789" cy="1386"/>
            </a:xfrm>
            <a:prstGeom prst="rect">
              <a:avLst/>
            </a:prstGeom>
            <a:noFill/>
            <a:ln>
              <a:noFill/>
            </a:ln>
          </p:spPr>
        </p:pic>
        <p:cxnSp>
          <p:nvCxnSpPr>
            <p:cNvPr id="119" name="Google Shape;119;p19"/>
            <p:cNvCxnSpPr/>
            <p:nvPr/>
          </p:nvCxnSpPr>
          <p:spPr>
            <a:xfrm>
              <a:off x="720" y="2352"/>
              <a:ext cx="96" cy="336"/>
            </a:xfrm>
            <a:prstGeom prst="straightConnector1">
              <a:avLst/>
            </a:prstGeom>
            <a:noFill/>
            <a:ln w="76200" cap="flat" cmpd="sng">
              <a:solidFill>
                <a:schemeClr val="accent2"/>
              </a:solidFill>
              <a:prstDash val="solid"/>
              <a:round/>
              <a:headEnd type="none" w="med" len="med"/>
              <a:tailEnd type="triangle" w="med" len="med"/>
            </a:ln>
          </p:spPr>
        </p:cxnSp>
      </p:grpSp>
      <p:grpSp>
        <p:nvGrpSpPr>
          <p:cNvPr id="120" name="Google Shape;120;p19"/>
          <p:cNvGrpSpPr/>
          <p:nvPr/>
        </p:nvGrpSpPr>
        <p:grpSpPr>
          <a:xfrm>
            <a:off x="7010400" y="3810000"/>
            <a:ext cx="1524000" cy="2438400"/>
            <a:chOff x="4416" y="2400"/>
            <a:chExt cx="890" cy="1536"/>
          </a:xfrm>
        </p:grpSpPr>
        <p:pic>
          <p:nvPicPr>
            <p:cNvPr id="121" name="Google Shape;121;p19"/>
            <p:cNvPicPr preferRelativeResize="0"/>
            <p:nvPr/>
          </p:nvPicPr>
          <p:blipFill rotWithShape="1">
            <a:blip r:embed="rId4">
              <a:alphaModFix/>
            </a:blip>
            <a:srcRect/>
            <a:stretch/>
          </p:blipFill>
          <p:spPr>
            <a:xfrm>
              <a:off x="4416" y="2832"/>
              <a:ext cx="890" cy="1104"/>
            </a:xfrm>
            <a:prstGeom prst="rect">
              <a:avLst/>
            </a:prstGeom>
            <a:noFill/>
            <a:ln>
              <a:noFill/>
            </a:ln>
          </p:spPr>
        </p:pic>
        <p:cxnSp>
          <p:nvCxnSpPr>
            <p:cNvPr id="122" name="Google Shape;122;p19"/>
            <p:cNvCxnSpPr/>
            <p:nvPr/>
          </p:nvCxnSpPr>
          <p:spPr>
            <a:xfrm flipH="1">
              <a:off x="4944" y="2400"/>
              <a:ext cx="144" cy="288"/>
            </a:xfrm>
            <a:prstGeom prst="straightConnector1">
              <a:avLst/>
            </a:prstGeom>
            <a:noFill/>
            <a:ln w="76200" cap="flat" cmpd="sng">
              <a:solidFill>
                <a:srgbClr val="003300"/>
              </a:solidFill>
              <a:prstDash val="solid"/>
              <a:round/>
              <a:headEnd type="none" w="med" len="med"/>
              <a:tailEnd type="triangle" w="med" len="med"/>
            </a:ln>
          </p:spPr>
        </p:cxnSp>
      </p:grpSp>
      <p:grpSp>
        <p:nvGrpSpPr>
          <p:cNvPr id="123" name="Google Shape;123;p19"/>
          <p:cNvGrpSpPr/>
          <p:nvPr/>
        </p:nvGrpSpPr>
        <p:grpSpPr>
          <a:xfrm>
            <a:off x="2514600" y="1295400"/>
            <a:ext cx="4038600" cy="990600"/>
            <a:chOff x="1584" y="816"/>
            <a:chExt cx="2544" cy="624"/>
          </a:xfrm>
        </p:grpSpPr>
        <p:sp>
          <p:nvSpPr>
            <p:cNvPr id="124" name="Google Shape;124;p19"/>
            <p:cNvSpPr/>
            <p:nvPr/>
          </p:nvSpPr>
          <p:spPr>
            <a:xfrm>
              <a:off x="1584" y="816"/>
              <a:ext cx="338" cy="554"/>
            </a:xfrm>
            <a:custGeom>
              <a:avLst/>
              <a:gdLst/>
              <a:ahLst/>
              <a:cxnLst/>
              <a:rect l="l" t="t" r="r" b="b"/>
              <a:pathLst>
                <a:path w="21600" h="21600" extrusionOk="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extrusionOk="0">
                  <a:moveTo>
                    <a:pt x="85" y="17509"/>
                  </a:moveTo>
                  <a:lnTo>
                    <a:pt x="5187" y="17509"/>
                  </a:lnTo>
                  <a:lnTo>
                    <a:pt x="5187" y="21632"/>
                  </a:lnTo>
                  <a:lnTo>
                    <a:pt x="85" y="17509"/>
                  </a:lnTo>
                  <a:close/>
                </a:path>
              </a:pathLst>
            </a:custGeom>
            <a:solidFill>
              <a:srgbClr val="D8EBB3"/>
            </a:solidFill>
            <a:ln w="9525" cap="flat" cmpd="sng">
              <a:solidFill>
                <a:srgbClr val="000000"/>
              </a:solidFill>
              <a:prstDash val="solid"/>
              <a:miter lim="800000"/>
              <a:headEnd type="none" w="sm" len="sm"/>
              <a:tailEnd type="none" w="sm" len="sm"/>
            </a:ln>
            <a:effectLst>
              <a:outerShdw dist="107763" dir="2700000" algn="ctr" rotWithShape="0">
                <a:srgbClr val="808080"/>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25" name="Google Shape;125;p19"/>
            <p:cNvPicPr preferRelativeResize="0"/>
            <p:nvPr/>
          </p:nvPicPr>
          <p:blipFill rotWithShape="1">
            <a:blip r:embed="rId5">
              <a:alphaModFix/>
            </a:blip>
            <a:srcRect/>
            <a:stretch/>
          </p:blipFill>
          <p:spPr>
            <a:xfrm>
              <a:off x="2064" y="816"/>
              <a:ext cx="450" cy="564"/>
            </a:xfrm>
            <a:prstGeom prst="rect">
              <a:avLst/>
            </a:prstGeom>
            <a:noFill/>
            <a:ln>
              <a:noFill/>
            </a:ln>
          </p:spPr>
        </p:pic>
        <p:sp>
          <p:nvSpPr>
            <p:cNvPr id="126" name="Google Shape;126;p19"/>
            <p:cNvSpPr/>
            <p:nvPr/>
          </p:nvSpPr>
          <p:spPr>
            <a:xfrm>
              <a:off x="3696" y="816"/>
              <a:ext cx="432" cy="624"/>
            </a:xfrm>
            <a:custGeom>
              <a:avLst/>
              <a:gdLst/>
              <a:ahLst/>
              <a:cxnLst/>
              <a:rect l="l" t="t" r="r" b="b"/>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cap="flat" cmpd="sng">
              <a:solidFill>
                <a:srgbClr val="000000"/>
              </a:solidFill>
              <a:prstDash val="solid"/>
              <a:miter lim="800000"/>
              <a:headEnd type="none" w="sm" len="sm"/>
              <a:tailEnd type="none" w="sm" len="sm"/>
            </a:ln>
            <a:effectLst>
              <a:outerShdw dist="107763" dir="2700000" algn="ctr" rotWithShape="0">
                <a:srgbClr val="808080"/>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19"/>
            <p:cNvSpPr txBox="1"/>
            <p:nvPr/>
          </p:nvSpPr>
          <p:spPr>
            <a:xfrm>
              <a:off x="2544" y="912"/>
              <a:ext cx="1127" cy="353"/>
            </a:xfrm>
            <a:prstGeom prst="rect">
              <a:avLst/>
            </a:prstGeom>
            <a:noFill/>
            <a:ln>
              <a:noFill/>
            </a:ln>
          </p:spPr>
          <p:txBody>
            <a:bodyPr spcFirstLastPara="1" wrap="square" lIns="92075" tIns="46025" rIns="92075" bIns="46025" anchor="t" anchorCtr="0">
              <a:noAutofit/>
            </a:bodyPr>
            <a:lstStyle/>
            <a:p>
              <a:pPr marL="0" marR="0" lvl="0" indent="0" algn="ctr" rtl="0">
                <a:spcBef>
                  <a:spcPts val="0"/>
                </a:spcBef>
                <a:spcAft>
                  <a:spcPts val="0"/>
                </a:spcAft>
                <a:buClr>
                  <a:srgbClr val="FFD300"/>
                </a:buClr>
                <a:buSzPts val="826"/>
                <a:buFont typeface="Arial"/>
                <a:buNone/>
              </a:pPr>
              <a:r>
                <a:rPr lang="en-US" sz="1400" b="1">
                  <a:solidFill>
                    <a:schemeClr val="dk1"/>
                  </a:solidFill>
                  <a:latin typeface="Arial"/>
                  <a:ea typeface="Arial"/>
                  <a:cs typeface="Arial"/>
                  <a:sym typeface="Arial"/>
                </a:rPr>
                <a:t>Requirements and </a:t>
              </a:r>
              <a:endParaRPr/>
            </a:p>
            <a:p>
              <a:pPr marL="0" marR="0" lvl="0" indent="0" algn="ctr" rtl="0">
                <a:spcBef>
                  <a:spcPts val="280"/>
                </a:spcBef>
                <a:spcAft>
                  <a:spcPts val="0"/>
                </a:spcAft>
                <a:buClr>
                  <a:srgbClr val="FFD300"/>
                </a:buClr>
                <a:buSzPts val="826"/>
                <a:buFont typeface="Arial"/>
                <a:buNone/>
              </a:pPr>
              <a:r>
                <a:rPr lang="en-US" sz="1400" b="1">
                  <a:solidFill>
                    <a:schemeClr val="dk1"/>
                  </a:solidFill>
                  <a:latin typeface="Arial"/>
                  <a:ea typeface="Arial"/>
                  <a:cs typeface="Arial"/>
                  <a:sym typeface="Arial"/>
                </a:rPr>
                <a:t>Design Documents</a:t>
              </a:r>
              <a:endParaRPr/>
            </a:p>
          </p:txBody>
        </p:sp>
      </p:grpSp>
      <p:grpSp>
        <p:nvGrpSpPr>
          <p:cNvPr id="128" name="Google Shape;128;p19"/>
          <p:cNvGrpSpPr/>
          <p:nvPr/>
        </p:nvGrpSpPr>
        <p:grpSpPr>
          <a:xfrm>
            <a:off x="2667000" y="4622800"/>
            <a:ext cx="4114800" cy="1854200"/>
            <a:chOff x="1680" y="2912"/>
            <a:chExt cx="2592" cy="1168"/>
          </a:xfrm>
        </p:grpSpPr>
        <p:pic>
          <p:nvPicPr>
            <p:cNvPr id="129" name="Google Shape;129;p19" descr="MCj02309870000[1]"/>
            <p:cNvPicPr preferRelativeResize="0"/>
            <p:nvPr/>
          </p:nvPicPr>
          <p:blipFill rotWithShape="1">
            <a:blip r:embed="rId6">
              <a:alphaModFix/>
            </a:blip>
            <a:srcRect/>
            <a:stretch/>
          </p:blipFill>
          <p:spPr>
            <a:xfrm>
              <a:off x="2208" y="2912"/>
              <a:ext cx="1584" cy="1168"/>
            </a:xfrm>
            <a:prstGeom prst="rect">
              <a:avLst/>
            </a:prstGeom>
            <a:noFill/>
            <a:ln>
              <a:noFill/>
            </a:ln>
          </p:spPr>
        </p:pic>
        <p:cxnSp>
          <p:nvCxnSpPr>
            <p:cNvPr id="130" name="Google Shape;130;p19"/>
            <p:cNvCxnSpPr/>
            <p:nvPr/>
          </p:nvCxnSpPr>
          <p:spPr>
            <a:xfrm>
              <a:off x="1680" y="3312"/>
              <a:ext cx="480" cy="96"/>
            </a:xfrm>
            <a:prstGeom prst="straightConnector1">
              <a:avLst/>
            </a:prstGeom>
            <a:noFill/>
            <a:ln w="76200" cap="flat" cmpd="sng">
              <a:solidFill>
                <a:schemeClr val="accent2"/>
              </a:solidFill>
              <a:prstDash val="solid"/>
              <a:round/>
              <a:headEnd type="none" w="med" len="med"/>
              <a:tailEnd type="triangle" w="med" len="med"/>
            </a:ln>
          </p:spPr>
        </p:cxnSp>
        <p:cxnSp>
          <p:nvCxnSpPr>
            <p:cNvPr id="131" name="Google Shape;131;p19"/>
            <p:cNvCxnSpPr/>
            <p:nvPr/>
          </p:nvCxnSpPr>
          <p:spPr>
            <a:xfrm flipH="1">
              <a:off x="3840" y="3360"/>
              <a:ext cx="432" cy="96"/>
            </a:xfrm>
            <a:prstGeom prst="straightConnector1">
              <a:avLst/>
            </a:prstGeom>
            <a:noFill/>
            <a:ln w="76200" cap="flat" cmpd="sng">
              <a:solidFill>
                <a:srgbClr val="003300"/>
              </a:solidFill>
              <a:prstDash val="solid"/>
              <a:round/>
              <a:headEnd type="none" w="med" len="med"/>
              <a:tailEnd type="triangle" w="med" len="med"/>
            </a:ln>
          </p:spPr>
        </p:cxnSp>
      </p:grpSp>
      <p:grpSp>
        <p:nvGrpSpPr>
          <p:cNvPr id="132" name="Google Shape;132;p19"/>
          <p:cNvGrpSpPr/>
          <p:nvPr/>
        </p:nvGrpSpPr>
        <p:grpSpPr>
          <a:xfrm>
            <a:off x="228600" y="1735138"/>
            <a:ext cx="5638800" cy="1971675"/>
            <a:chOff x="144" y="1093"/>
            <a:chExt cx="3552" cy="1242"/>
          </a:xfrm>
        </p:grpSpPr>
        <p:pic>
          <p:nvPicPr>
            <p:cNvPr id="133" name="Google Shape;133;p19" descr="MCj02955600000[1]"/>
            <p:cNvPicPr preferRelativeResize="0"/>
            <p:nvPr/>
          </p:nvPicPr>
          <p:blipFill rotWithShape="1">
            <a:blip r:embed="rId7">
              <a:alphaModFix/>
            </a:blip>
            <a:srcRect/>
            <a:stretch/>
          </p:blipFill>
          <p:spPr>
            <a:xfrm>
              <a:off x="192" y="1584"/>
              <a:ext cx="936" cy="751"/>
            </a:xfrm>
            <a:prstGeom prst="rect">
              <a:avLst/>
            </a:prstGeom>
            <a:noFill/>
            <a:ln>
              <a:noFill/>
            </a:ln>
          </p:spPr>
        </p:pic>
        <p:cxnSp>
          <p:nvCxnSpPr>
            <p:cNvPr id="134" name="Google Shape;134;p19"/>
            <p:cNvCxnSpPr/>
            <p:nvPr/>
          </p:nvCxnSpPr>
          <p:spPr>
            <a:xfrm flipH="1">
              <a:off x="1008" y="1392"/>
              <a:ext cx="576" cy="288"/>
            </a:xfrm>
            <a:prstGeom prst="straightConnector1">
              <a:avLst/>
            </a:prstGeom>
            <a:noFill/>
            <a:ln w="76200" cap="flat" cmpd="sng">
              <a:solidFill>
                <a:schemeClr val="accent2"/>
              </a:solidFill>
              <a:prstDash val="solid"/>
              <a:round/>
              <a:headEnd type="none" w="med" len="med"/>
              <a:tailEnd type="triangle" w="med" len="med"/>
            </a:ln>
          </p:spPr>
        </p:cxnSp>
        <p:cxnSp>
          <p:nvCxnSpPr>
            <p:cNvPr id="135" name="Google Shape;135;p19"/>
            <p:cNvCxnSpPr/>
            <p:nvPr/>
          </p:nvCxnSpPr>
          <p:spPr>
            <a:xfrm flipH="1">
              <a:off x="1152" y="1392"/>
              <a:ext cx="1104" cy="432"/>
            </a:xfrm>
            <a:prstGeom prst="straightConnector1">
              <a:avLst/>
            </a:prstGeom>
            <a:noFill/>
            <a:ln w="76200" cap="flat" cmpd="sng">
              <a:solidFill>
                <a:schemeClr val="accent2"/>
              </a:solidFill>
              <a:prstDash val="solid"/>
              <a:round/>
              <a:headEnd type="none" w="med" len="med"/>
              <a:tailEnd type="triangle" w="med" len="med"/>
            </a:ln>
          </p:spPr>
        </p:cxnSp>
        <p:cxnSp>
          <p:nvCxnSpPr>
            <p:cNvPr id="136" name="Google Shape;136;p19"/>
            <p:cNvCxnSpPr/>
            <p:nvPr/>
          </p:nvCxnSpPr>
          <p:spPr>
            <a:xfrm flipH="1">
              <a:off x="1152" y="1440"/>
              <a:ext cx="2544" cy="528"/>
            </a:xfrm>
            <a:prstGeom prst="straightConnector1">
              <a:avLst/>
            </a:prstGeom>
            <a:noFill/>
            <a:ln w="76200" cap="flat" cmpd="sng">
              <a:solidFill>
                <a:schemeClr val="accent2"/>
              </a:solidFill>
              <a:prstDash val="solid"/>
              <a:round/>
              <a:headEnd type="none" w="med" len="med"/>
              <a:tailEnd type="triangle" w="med" len="med"/>
            </a:ln>
          </p:spPr>
        </p:cxnSp>
        <p:sp>
          <p:nvSpPr>
            <p:cNvPr id="137" name="Google Shape;137;p19"/>
            <p:cNvSpPr txBox="1"/>
            <p:nvPr/>
          </p:nvSpPr>
          <p:spPr>
            <a:xfrm>
              <a:off x="144" y="1093"/>
              <a:ext cx="816" cy="44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Safety </a:t>
              </a:r>
              <a:endParaRPr/>
            </a:p>
            <a:p>
              <a:pPr marL="0" marR="0" lvl="0" indent="0" algn="ctr" rtl="0">
                <a:spcBef>
                  <a:spcPts val="800"/>
                </a:spcBef>
                <a:spcAft>
                  <a:spcPts val="0"/>
                </a:spcAft>
                <a:buNone/>
              </a:pPr>
              <a:r>
                <a:rPr lang="en-US" sz="1600" b="1">
                  <a:solidFill>
                    <a:schemeClr val="dk1"/>
                  </a:solidFill>
                  <a:latin typeface="Arial"/>
                  <a:ea typeface="Arial"/>
                  <a:cs typeface="Arial"/>
                  <a:sym typeface="Arial"/>
                </a:rPr>
                <a:t>Analyst A</a:t>
              </a:r>
              <a:endParaRPr/>
            </a:p>
          </p:txBody>
        </p:sp>
      </p:grpSp>
      <p:grpSp>
        <p:nvGrpSpPr>
          <p:cNvPr id="138" name="Google Shape;138;p19"/>
          <p:cNvGrpSpPr/>
          <p:nvPr/>
        </p:nvGrpSpPr>
        <p:grpSpPr>
          <a:xfrm>
            <a:off x="2895600" y="1735138"/>
            <a:ext cx="5905500" cy="1971675"/>
            <a:chOff x="1824" y="1093"/>
            <a:chExt cx="3720" cy="1242"/>
          </a:xfrm>
        </p:grpSpPr>
        <p:cxnSp>
          <p:nvCxnSpPr>
            <p:cNvPr id="139" name="Google Shape;139;p19"/>
            <p:cNvCxnSpPr/>
            <p:nvPr/>
          </p:nvCxnSpPr>
          <p:spPr>
            <a:xfrm>
              <a:off x="1824" y="1488"/>
              <a:ext cx="2688" cy="576"/>
            </a:xfrm>
            <a:prstGeom prst="straightConnector1">
              <a:avLst/>
            </a:prstGeom>
            <a:noFill/>
            <a:ln w="76200" cap="flat" cmpd="sng">
              <a:solidFill>
                <a:srgbClr val="003300"/>
              </a:solidFill>
              <a:prstDash val="solid"/>
              <a:round/>
              <a:headEnd type="none" w="med" len="med"/>
              <a:tailEnd type="triangle" w="med" len="med"/>
            </a:ln>
          </p:spPr>
        </p:cxnSp>
        <p:cxnSp>
          <p:nvCxnSpPr>
            <p:cNvPr id="140" name="Google Shape;140;p19"/>
            <p:cNvCxnSpPr/>
            <p:nvPr/>
          </p:nvCxnSpPr>
          <p:spPr>
            <a:xfrm>
              <a:off x="2544" y="1344"/>
              <a:ext cx="2064" cy="576"/>
            </a:xfrm>
            <a:prstGeom prst="straightConnector1">
              <a:avLst/>
            </a:prstGeom>
            <a:noFill/>
            <a:ln w="76200" cap="flat" cmpd="sng">
              <a:solidFill>
                <a:srgbClr val="003300"/>
              </a:solidFill>
              <a:prstDash val="solid"/>
              <a:round/>
              <a:headEnd type="none" w="med" len="med"/>
              <a:tailEnd type="triangle" w="med" len="med"/>
            </a:ln>
          </p:spPr>
        </p:cxnSp>
        <p:pic>
          <p:nvPicPr>
            <p:cNvPr id="141" name="Google Shape;141;p19" descr="MCj02955600000[1]"/>
            <p:cNvPicPr preferRelativeResize="0"/>
            <p:nvPr/>
          </p:nvPicPr>
          <p:blipFill rotWithShape="1">
            <a:blip r:embed="rId7">
              <a:alphaModFix/>
            </a:blip>
            <a:srcRect/>
            <a:stretch/>
          </p:blipFill>
          <p:spPr>
            <a:xfrm>
              <a:off x="4608" y="1584"/>
              <a:ext cx="936" cy="751"/>
            </a:xfrm>
            <a:prstGeom prst="rect">
              <a:avLst/>
            </a:prstGeom>
            <a:noFill/>
            <a:ln>
              <a:noFill/>
            </a:ln>
          </p:spPr>
        </p:pic>
        <p:cxnSp>
          <p:nvCxnSpPr>
            <p:cNvPr id="142" name="Google Shape;142;p19"/>
            <p:cNvCxnSpPr/>
            <p:nvPr/>
          </p:nvCxnSpPr>
          <p:spPr>
            <a:xfrm>
              <a:off x="4224" y="1488"/>
              <a:ext cx="336" cy="192"/>
            </a:xfrm>
            <a:prstGeom prst="straightConnector1">
              <a:avLst/>
            </a:prstGeom>
            <a:noFill/>
            <a:ln w="76200" cap="flat" cmpd="sng">
              <a:solidFill>
                <a:srgbClr val="003300"/>
              </a:solidFill>
              <a:prstDash val="solid"/>
              <a:round/>
              <a:headEnd type="none" w="med" len="med"/>
              <a:tailEnd type="triangle" w="med" len="med"/>
            </a:ln>
          </p:spPr>
        </p:cxnSp>
        <p:sp>
          <p:nvSpPr>
            <p:cNvPr id="143" name="Google Shape;143;p19"/>
            <p:cNvSpPr txBox="1"/>
            <p:nvPr/>
          </p:nvSpPr>
          <p:spPr>
            <a:xfrm>
              <a:off x="4704" y="1093"/>
              <a:ext cx="816" cy="44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Safety </a:t>
              </a:r>
              <a:endParaRPr/>
            </a:p>
            <a:p>
              <a:pPr marL="0" marR="0" lvl="0" indent="0" algn="ctr" rtl="0">
                <a:spcBef>
                  <a:spcPts val="800"/>
                </a:spcBef>
                <a:spcAft>
                  <a:spcPts val="0"/>
                </a:spcAft>
                <a:buNone/>
              </a:pPr>
              <a:r>
                <a:rPr lang="en-US" sz="1600" b="1">
                  <a:solidFill>
                    <a:schemeClr val="dk1"/>
                  </a:solidFill>
                  <a:latin typeface="Arial"/>
                  <a:ea typeface="Arial"/>
                  <a:cs typeface="Arial"/>
                  <a:sym typeface="Arial"/>
                </a:rPr>
                <a:t>Analyst B</a:t>
              </a:r>
              <a:endParaRPr/>
            </a:p>
          </p:txBody>
        </p:sp>
      </p:grpSp>
      <p:grpSp>
        <p:nvGrpSpPr>
          <p:cNvPr id="144" name="Google Shape;144;p19"/>
          <p:cNvGrpSpPr/>
          <p:nvPr/>
        </p:nvGrpSpPr>
        <p:grpSpPr>
          <a:xfrm>
            <a:off x="2093912" y="3276600"/>
            <a:ext cx="5526088" cy="1101725"/>
            <a:chOff x="1552" y="2074"/>
            <a:chExt cx="3481" cy="694"/>
          </a:xfrm>
        </p:grpSpPr>
        <p:sp>
          <p:nvSpPr>
            <p:cNvPr id="145" name="Google Shape;145;p19"/>
            <p:cNvSpPr txBox="1"/>
            <p:nvPr/>
          </p:nvSpPr>
          <p:spPr>
            <a:xfrm>
              <a:off x="1552" y="2074"/>
              <a:ext cx="2086" cy="22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b="1">
                  <a:solidFill>
                    <a:schemeClr val="dk1"/>
                  </a:solidFill>
                  <a:latin typeface="Verdana"/>
                  <a:ea typeface="Verdana"/>
                  <a:cs typeface="Verdana"/>
                  <a:sym typeface="Verdana"/>
                </a:rPr>
                <a:t>System Safety Analysis is</a:t>
              </a:r>
              <a:endParaRPr/>
            </a:p>
          </p:txBody>
        </p:sp>
        <p:sp>
          <p:nvSpPr>
            <p:cNvPr id="146" name="Google Shape;146;p19"/>
            <p:cNvSpPr txBox="1"/>
            <p:nvPr/>
          </p:nvSpPr>
          <p:spPr>
            <a:xfrm>
              <a:off x="1696" y="2305"/>
              <a:ext cx="2773" cy="22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b="1">
                  <a:solidFill>
                    <a:schemeClr val="dk1"/>
                  </a:solidFill>
                  <a:latin typeface="Verdana"/>
                  <a:ea typeface="Verdana"/>
                  <a:cs typeface="Verdana"/>
                  <a:sym typeface="Verdana"/>
                </a:rPr>
                <a:t>- Based on Informal Specifications</a:t>
              </a:r>
              <a:endParaRPr/>
            </a:p>
          </p:txBody>
        </p:sp>
        <p:sp>
          <p:nvSpPr>
            <p:cNvPr id="147" name="Google Shape;147;p19"/>
            <p:cNvSpPr txBox="1"/>
            <p:nvPr/>
          </p:nvSpPr>
          <p:spPr>
            <a:xfrm>
              <a:off x="1696" y="2545"/>
              <a:ext cx="3337" cy="22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b="1">
                  <a:solidFill>
                    <a:schemeClr val="dk1"/>
                  </a:solidFill>
                  <a:latin typeface="Verdana"/>
                  <a:ea typeface="Verdana"/>
                  <a:cs typeface="Verdana"/>
                  <a:sym typeface="Verdana"/>
                </a:rPr>
                <a:t>- Highly Dependent on Skill of the Analyst</a:t>
              </a:r>
              <a:endParaRPr/>
            </a:p>
          </p:txBody>
        </p:sp>
      </p:gr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3" name="TextBox 2"/>
          <p:cNvSpPr txBox="1"/>
          <p:nvPr/>
        </p:nvSpPr>
        <p:spPr>
          <a:xfrm>
            <a:off x="228600" y="6596743"/>
            <a:ext cx="2452916" cy="307777"/>
          </a:xfrm>
          <a:prstGeom prst="rect">
            <a:avLst/>
          </a:prstGeom>
          <a:noFill/>
        </p:spPr>
        <p:txBody>
          <a:bodyPr wrap="none" rtlCol="0">
            <a:spAutoFit/>
          </a:bodyPr>
          <a:lstStyle/>
          <a:p>
            <a:r>
              <a:rPr lang="de-DE" dirty="0" smtClean="0"/>
              <a:t>Adapted from Stephen Miller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Model-Based Development</a:t>
            </a:r>
            <a:endParaRPr/>
          </a:p>
        </p:txBody>
      </p:sp>
      <p:grpSp>
        <p:nvGrpSpPr>
          <p:cNvPr id="154" name="Google Shape;154;p20"/>
          <p:cNvGrpSpPr/>
          <p:nvPr/>
        </p:nvGrpSpPr>
        <p:grpSpPr>
          <a:xfrm>
            <a:off x="609600" y="1600200"/>
            <a:ext cx="4800600" cy="4724400"/>
            <a:chOff x="384" y="1008"/>
            <a:chExt cx="3024" cy="2976"/>
          </a:xfrm>
        </p:grpSpPr>
        <p:grpSp>
          <p:nvGrpSpPr>
            <p:cNvPr id="155" name="Google Shape;155;p20"/>
            <p:cNvGrpSpPr/>
            <p:nvPr/>
          </p:nvGrpSpPr>
          <p:grpSpPr>
            <a:xfrm>
              <a:off x="384" y="1008"/>
              <a:ext cx="3024" cy="2232"/>
              <a:chOff x="3120" y="960"/>
              <a:chExt cx="2476" cy="1752"/>
            </a:xfrm>
          </p:grpSpPr>
          <p:pic>
            <p:nvPicPr>
              <p:cNvPr id="156" name="Google Shape;156;p20"/>
              <p:cNvPicPr preferRelativeResize="0"/>
              <p:nvPr/>
            </p:nvPicPr>
            <p:blipFill rotWithShape="1">
              <a:blip r:embed="rId3">
                <a:alphaModFix/>
              </a:blip>
              <a:srcRect/>
              <a:stretch/>
            </p:blipFill>
            <p:spPr>
              <a:xfrm>
                <a:off x="3120" y="960"/>
                <a:ext cx="2476" cy="1752"/>
              </a:xfrm>
              <a:prstGeom prst="rect">
                <a:avLst/>
              </a:prstGeom>
              <a:noFill/>
              <a:ln>
                <a:noFill/>
              </a:ln>
            </p:spPr>
          </p:pic>
          <p:pic>
            <p:nvPicPr>
              <p:cNvPr id="157" name="Google Shape;157;p20" descr="c2sdocs"/>
              <p:cNvPicPr preferRelativeResize="0"/>
              <p:nvPr/>
            </p:nvPicPr>
            <p:blipFill rotWithShape="1">
              <a:blip r:embed="rId4">
                <a:alphaModFix/>
              </a:blip>
              <a:srcRect l="11727" t="8690" r="11728" b="4345"/>
              <a:stretch/>
            </p:blipFill>
            <p:spPr>
              <a:xfrm>
                <a:off x="3967" y="1392"/>
                <a:ext cx="737" cy="756"/>
              </a:xfrm>
              <a:prstGeom prst="rect">
                <a:avLst/>
              </a:prstGeom>
              <a:noFill/>
              <a:ln>
                <a:noFill/>
              </a:ln>
            </p:spPr>
          </p:pic>
        </p:grpSp>
        <p:sp>
          <p:nvSpPr>
            <p:cNvPr id="158" name="Google Shape;158;p20"/>
            <p:cNvSpPr txBox="1"/>
            <p:nvPr/>
          </p:nvSpPr>
          <p:spPr>
            <a:xfrm>
              <a:off x="924" y="3344"/>
              <a:ext cx="1901" cy="6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chemeClr val="dk2"/>
                  </a:solidFill>
                  <a:latin typeface="Verdana"/>
                  <a:ea typeface="Verdana"/>
                  <a:cs typeface="Verdana"/>
                  <a:sym typeface="Verdana"/>
                </a:rPr>
                <a:t>We Base the Entire </a:t>
              </a:r>
              <a:endParaRPr/>
            </a:p>
            <a:p>
              <a:pPr marL="0" marR="0" lvl="0" indent="0" algn="ctr" rtl="0">
                <a:spcBef>
                  <a:spcPts val="0"/>
                </a:spcBef>
                <a:spcAft>
                  <a:spcPts val="0"/>
                </a:spcAft>
                <a:buNone/>
              </a:pPr>
              <a:r>
                <a:rPr lang="en-US" sz="2000" b="1">
                  <a:solidFill>
                    <a:schemeClr val="dk2"/>
                  </a:solidFill>
                  <a:latin typeface="Verdana"/>
                  <a:ea typeface="Verdana"/>
                  <a:cs typeface="Verdana"/>
                  <a:sym typeface="Verdana"/>
                </a:rPr>
                <a:t>Development Cycle</a:t>
              </a:r>
              <a:endParaRPr/>
            </a:p>
            <a:p>
              <a:pPr marL="0" marR="0" lvl="0" indent="0" algn="ctr" rtl="0">
                <a:spcBef>
                  <a:spcPts val="0"/>
                </a:spcBef>
                <a:spcAft>
                  <a:spcPts val="0"/>
                </a:spcAft>
                <a:buNone/>
              </a:pPr>
              <a:r>
                <a:rPr lang="en-US" sz="2000" b="1">
                  <a:solidFill>
                    <a:schemeClr val="dk2"/>
                  </a:solidFill>
                  <a:latin typeface="Verdana"/>
                  <a:ea typeface="Verdana"/>
                  <a:cs typeface="Verdana"/>
                  <a:sym typeface="Verdana"/>
                </a:rPr>
                <a:t>Around the Model</a:t>
              </a:r>
              <a:endParaRPr/>
            </a:p>
          </p:txBody>
        </p:sp>
      </p:grpSp>
      <p:grpSp>
        <p:nvGrpSpPr>
          <p:cNvPr id="159" name="Google Shape;159;p20"/>
          <p:cNvGrpSpPr/>
          <p:nvPr/>
        </p:nvGrpSpPr>
        <p:grpSpPr>
          <a:xfrm>
            <a:off x="5502333" y="2184400"/>
            <a:ext cx="3332106" cy="3140075"/>
            <a:chOff x="3466" y="1376"/>
            <a:chExt cx="2099" cy="1978"/>
          </a:xfrm>
        </p:grpSpPr>
        <p:pic>
          <p:nvPicPr>
            <p:cNvPr id="160" name="Google Shape;160;p20"/>
            <p:cNvPicPr preferRelativeResize="0"/>
            <p:nvPr/>
          </p:nvPicPr>
          <p:blipFill rotWithShape="1">
            <a:blip r:embed="rId5">
              <a:alphaModFix/>
            </a:blip>
            <a:srcRect/>
            <a:stretch/>
          </p:blipFill>
          <p:spPr>
            <a:xfrm>
              <a:off x="3648" y="1968"/>
              <a:ext cx="1789" cy="1386"/>
            </a:xfrm>
            <a:prstGeom prst="rect">
              <a:avLst/>
            </a:prstGeom>
            <a:noFill/>
            <a:ln>
              <a:noFill/>
            </a:ln>
          </p:spPr>
        </p:pic>
        <p:sp>
          <p:nvSpPr>
            <p:cNvPr id="161" name="Google Shape;161;p20"/>
            <p:cNvSpPr/>
            <p:nvPr/>
          </p:nvSpPr>
          <p:spPr>
            <a:xfrm rot="1303765">
              <a:off x="3504" y="2160"/>
              <a:ext cx="432" cy="288"/>
            </a:xfrm>
            <a:prstGeom prst="rightArrow">
              <a:avLst>
                <a:gd name="adj1" fmla="val 50000"/>
                <a:gd name="adj2" fmla="val 37500"/>
              </a:avLst>
            </a:prstGeom>
            <a:solidFill>
              <a:schemeClr val="dk2"/>
            </a:solidFill>
            <a:ln w="17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2" name="Google Shape;162;p20"/>
            <p:cNvSpPr txBox="1"/>
            <p:nvPr/>
          </p:nvSpPr>
          <p:spPr>
            <a:xfrm>
              <a:off x="3959" y="1376"/>
              <a:ext cx="1606" cy="44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chemeClr val="dk2"/>
                  </a:solidFill>
                  <a:latin typeface="Verdana"/>
                  <a:ea typeface="Verdana"/>
                  <a:cs typeface="Verdana"/>
                  <a:sym typeface="Verdana"/>
                </a:rPr>
                <a:t>Why Not the</a:t>
              </a:r>
              <a:endParaRPr/>
            </a:p>
            <a:p>
              <a:pPr marL="0" marR="0" lvl="0" indent="0" algn="ctr" rtl="0">
                <a:spcBef>
                  <a:spcPts val="0"/>
                </a:spcBef>
                <a:spcAft>
                  <a:spcPts val="0"/>
                </a:spcAft>
                <a:buNone/>
              </a:pPr>
              <a:r>
                <a:rPr lang="en-US" sz="2000" b="1">
                  <a:solidFill>
                    <a:schemeClr val="dk2"/>
                  </a:solidFill>
                  <a:latin typeface="Verdana"/>
                  <a:ea typeface="Verdana"/>
                  <a:cs typeface="Verdana"/>
                  <a:sym typeface="Verdana"/>
                </a:rPr>
                <a:t>Safety Analysis?</a:t>
              </a:r>
              <a:endParaRPr/>
            </a:p>
          </p:txBody>
        </p:sp>
      </p:gr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13" name="TextBox 12"/>
          <p:cNvSpPr txBox="1"/>
          <p:nvPr/>
        </p:nvSpPr>
        <p:spPr>
          <a:xfrm>
            <a:off x="228600" y="6596743"/>
            <a:ext cx="2452916" cy="307777"/>
          </a:xfrm>
          <a:prstGeom prst="rect">
            <a:avLst/>
          </a:prstGeom>
          <a:noFill/>
        </p:spPr>
        <p:txBody>
          <a:bodyPr wrap="none" rtlCol="0">
            <a:spAutoFit/>
          </a:bodyPr>
          <a:lstStyle/>
          <a:p>
            <a:r>
              <a:rPr lang="de-DE" dirty="0" smtClean="0"/>
              <a:t>Adapted from Stephen Miller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15876" y="542926"/>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a:t>Model-Based Safety Analysis</a:t>
            </a:r>
            <a:endParaRPr/>
          </a:p>
        </p:txBody>
      </p:sp>
      <p:sp>
        <p:nvSpPr>
          <p:cNvPr id="169" name="Google Shape;169;p21"/>
          <p:cNvSpPr txBox="1">
            <a:spLocks noGrp="1"/>
          </p:cNvSpPr>
          <p:nvPr>
            <p:ph type="body" idx="1"/>
          </p:nvPr>
        </p:nvSpPr>
        <p:spPr>
          <a:xfrm>
            <a:off x="254000" y="5130800"/>
            <a:ext cx="4559300" cy="37465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1190"/>
              <a:buFont typeface="Verdana"/>
              <a:buChar char="•"/>
            </a:pPr>
            <a:r>
              <a:rPr lang="en-US" sz="1700"/>
              <a:t>Add Fault Model for Physical System</a:t>
            </a:r>
            <a:endParaRPr sz="1700"/>
          </a:p>
        </p:txBody>
      </p:sp>
      <p:grpSp>
        <p:nvGrpSpPr>
          <p:cNvPr id="170" name="Google Shape;170;p21"/>
          <p:cNvGrpSpPr/>
          <p:nvPr/>
        </p:nvGrpSpPr>
        <p:grpSpPr>
          <a:xfrm>
            <a:off x="277813" y="2035175"/>
            <a:ext cx="1595437" cy="2438400"/>
            <a:chOff x="175" y="1282"/>
            <a:chExt cx="1005" cy="1536"/>
          </a:xfrm>
        </p:grpSpPr>
        <p:sp>
          <p:nvSpPr>
            <p:cNvPr id="171" name="Google Shape;171;p21"/>
            <p:cNvSpPr/>
            <p:nvPr/>
          </p:nvSpPr>
          <p:spPr>
            <a:xfrm>
              <a:off x="548" y="1296"/>
              <a:ext cx="343" cy="112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2" name="Google Shape;172;p21"/>
            <p:cNvSpPr/>
            <p:nvPr/>
          </p:nvSpPr>
          <p:spPr>
            <a:xfrm>
              <a:off x="548" y="1282"/>
              <a:ext cx="630" cy="1127"/>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73" name="Google Shape;173;p21"/>
            <p:cNvCxnSpPr/>
            <p:nvPr/>
          </p:nvCxnSpPr>
          <p:spPr>
            <a:xfrm>
              <a:off x="396" y="1449"/>
              <a:ext cx="120" cy="1"/>
            </a:xfrm>
            <a:prstGeom prst="straightConnector1">
              <a:avLst/>
            </a:prstGeom>
            <a:noFill/>
            <a:ln w="9525" cap="rnd" cmpd="sng">
              <a:solidFill>
                <a:srgbClr val="000000"/>
              </a:solidFill>
              <a:prstDash val="solid"/>
              <a:round/>
              <a:headEnd type="none" w="med" len="med"/>
              <a:tailEnd type="none" w="med" len="med"/>
            </a:ln>
          </p:spPr>
        </p:cxnSp>
        <p:sp>
          <p:nvSpPr>
            <p:cNvPr id="174" name="Google Shape;174;p21"/>
            <p:cNvSpPr/>
            <p:nvPr/>
          </p:nvSpPr>
          <p:spPr>
            <a:xfrm>
              <a:off x="513" y="1436"/>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75" name="Google Shape;175;p21"/>
            <p:cNvCxnSpPr/>
            <p:nvPr/>
          </p:nvCxnSpPr>
          <p:spPr>
            <a:xfrm>
              <a:off x="396" y="1644"/>
              <a:ext cx="120" cy="1"/>
            </a:xfrm>
            <a:prstGeom prst="straightConnector1">
              <a:avLst/>
            </a:prstGeom>
            <a:noFill/>
            <a:ln w="9525" cap="rnd" cmpd="sng">
              <a:solidFill>
                <a:srgbClr val="000000"/>
              </a:solidFill>
              <a:prstDash val="solid"/>
              <a:round/>
              <a:headEnd type="none" w="med" len="med"/>
              <a:tailEnd type="none" w="med" len="med"/>
            </a:ln>
          </p:spPr>
        </p:cxnSp>
        <p:sp>
          <p:nvSpPr>
            <p:cNvPr id="176" name="Google Shape;176;p21"/>
            <p:cNvSpPr/>
            <p:nvPr/>
          </p:nvSpPr>
          <p:spPr>
            <a:xfrm>
              <a:off x="513" y="1632"/>
              <a:ext cx="35" cy="25"/>
            </a:xfrm>
            <a:custGeom>
              <a:avLst/>
              <a:gdLst/>
              <a:ahLst/>
              <a:cxnLst/>
              <a:rect l="l" t="t" r="r" b="b"/>
              <a:pathLst>
                <a:path w="35" h="25" extrusionOk="0">
                  <a:moveTo>
                    <a:pt x="0" y="0"/>
                  </a:moveTo>
                  <a:lnTo>
                    <a:pt x="35" y="12"/>
                  </a:lnTo>
                  <a:lnTo>
                    <a:pt x="0" y="25"/>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 name="Google Shape;177;p21"/>
            <p:cNvSpPr/>
            <p:nvPr/>
          </p:nvSpPr>
          <p:spPr>
            <a:xfrm>
              <a:off x="257" y="1365"/>
              <a:ext cx="2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Power A</a:t>
              </a:r>
              <a:endParaRPr sz="1800">
                <a:solidFill>
                  <a:schemeClr val="dk1"/>
                </a:solidFill>
                <a:latin typeface="Arial"/>
                <a:ea typeface="Arial"/>
                <a:cs typeface="Arial"/>
                <a:sym typeface="Arial"/>
              </a:endParaRPr>
            </a:p>
          </p:txBody>
        </p:sp>
        <p:sp>
          <p:nvSpPr>
            <p:cNvPr id="178" name="Google Shape;178;p21"/>
            <p:cNvSpPr/>
            <p:nvPr/>
          </p:nvSpPr>
          <p:spPr>
            <a:xfrm>
              <a:off x="291" y="1560"/>
              <a:ext cx="22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 1</a:t>
              </a:r>
              <a:endParaRPr sz="1800">
                <a:solidFill>
                  <a:schemeClr val="dk1"/>
                </a:solidFill>
                <a:latin typeface="Arial"/>
                <a:ea typeface="Arial"/>
                <a:cs typeface="Arial"/>
                <a:sym typeface="Arial"/>
              </a:endParaRPr>
            </a:p>
          </p:txBody>
        </p:sp>
        <p:sp>
          <p:nvSpPr>
            <p:cNvPr id="179" name="Google Shape;179;p21"/>
            <p:cNvSpPr/>
            <p:nvPr/>
          </p:nvSpPr>
          <p:spPr>
            <a:xfrm>
              <a:off x="175" y="1876"/>
              <a:ext cx="333"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Feed back </a:t>
              </a:r>
              <a:endParaRPr sz="1800">
                <a:solidFill>
                  <a:schemeClr val="dk1"/>
                </a:solidFill>
                <a:latin typeface="Arial"/>
                <a:ea typeface="Arial"/>
                <a:cs typeface="Arial"/>
                <a:sym typeface="Arial"/>
              </a:endParaRPr>
            </a:p>
          </p:txBody>
        </p:sp>
        <p:sp>
          <p:nvSpPr>
            <p:cNvPr id="180" name="Google Shape;180;p21"/>
            <p:cNvSpPr/>
            <p:nvPr/>
          </p:nvSpPr>
          <p:spPr>
            <a:xfrm>
              <a:off x="312" y="1770"/>
              <a:ext cx="1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Plant</a:t>
              </a:r>
              <a:endParaRPr sz="1800">
                <a:solidFill>
                  <a:schemeClr val="dk1"/>
                </a:solidFill>
                <a:latin typeface="Arial"/>
                <a:ea typeface="Arial"/>
                <a:cs typeface="Arial"/>
                <a:sym typeface="Arial"/>
              </a:endParaRPr>
            </a:p>
          </p:txBody>
        </p:sp>
        <p:sp>
          <p:nvSpPr>
            <p:cNvPr id="181" name="Google Shape;181;p21"/>
            <p:cNvSpPr/>
            <p:nvPr/>
          </p:nvSpPr>
          <p:spPr>
            <a:xfrm>
              <a:off x="706" y="1913"/>
              <a:ext cx="326" cy="395"/>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21"/>
            <p:cNvSpPr/>
            <p:nvPr/>
          </p:nvSpPr>
          <p:spPr>
            <a:xfrm>
              <a:off x="642" y="2460"/>
              <a:ext cx="442"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Fault Tolerant </a:t>
              </a:r>
              <a:endParaRPr sz="1800">
                <a:solidFill>
                  <a:schemeClr val="dk1"/>
                </a:solidFill>
                <a:latin typeface="Arial"/>
                <a:ea typeface="Arial"/>
                <a:cs typeface="Arial"/>
                <a:sym typeface="Arial"/>
              </a:endParaRPr>
            </a:p>
          </p:txBody>
        </p:sp>
        <p:sp>
          <p:nvSpPr>
            <p:cNvPr id="183" name="Google Shape;183;p21"/>
            <p:cNvSpPr/>
            <p:nvPr/>
          </p:nvSpPr>
          <p:spPr>
            <a:xfrm>
              <a:off x="657" y="2628"/>
              <a:ext cx="38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Control Unit </a:t>
              </a:r>
              <a:endParaRPr sz="1800">
                <a:solidFill>
                  <a:schemeClr val="dk1"/>
                </a:solidFill>
                <a:latin typeface="Arial"/>
                <a:ea typeface="Arial"/>
                <a:cs typeface="Arial"/>
                <a:sym typeface="Arial"/>
              </a:endParaRPr>
            </a:p>
          </p:txBody>
        </p:sp>
        <p:sp>
          <p:nvSpPr>
            <p:cNvPr id="184" name="Google Shape;184;p21"/>
            <p:cNvSpPr/>
            <p:nvPr/>
          </p:nvSpPr>
          <p:spPr>
            <a:xfrm>
              <a:off x="729" y="2741"/>
              <a:ext cx="25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 BSCU )</a:t>
              </a:r>
              <a:endParaRPr sz="1800">
                <a:solidFill>
                  <a:schemeClr val="dk1"/>
                </a:solidFill>
                <a:latin typeface="Arial"/>
                <a:ea typeface="Arial"/>
                <a:cs typeface="Arial"/>
                <a:sym typeface="Arial"/>
              </a:endParaRPr>
            </a:p>
          </p:txBody>
        </p:sp>
        <p:sp>
          <p:nvSpPr>
            <p:cNvPr id="185" name="Google Shape;185;p21"/>
            <p:cNvSpPr/>
            <p:nvPr/>
          </p:nvSpPr>
          <p:spPr>
            <a:xfrm>
              <a:off x="625" y="2542"/>
              <a:ext cx="504"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Braking System </a:t>
              </a:r>
              <a:endParaRPr sz="1800">
                <a:solidFill>
                  <a:schemeClr val="dk1"/>
                </a:solidFill>
                <a:latin typeface="Arial"/>
                <a:ea typeface="Arial"/>
                <a:cs typeface="Arial"/>
                <a:sym typeface="Arial"/>
              </a:endParaRPr>
            </a:p>
          </p:txBody>
        </p:sp>
        <p:sp>
          <p:nvSpPr>
            <p:cNvPr id="186" name="Google Shape;186;p21"/>
            <p:cNvSpPr/>
            <p:nvPr/>
          </p:nvSpPr>
          <p:spPr>
            <a:xfrm>
              <a:off x="709" y="1365"/>
              <a:ext cx="327" cy="395"/>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21"/>
            <p:cNvSpPr/>
            <p:nvPr/>
          </p:nvSpPr>
          <p:spPr>
            <a:xfrm>
              <a:off x="741" y="1492"/>
              <a:ext cx="256" cy="17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00" b="1">
                  <a:solidFill>
                    <a:srgbClr val="000000"/>
                  </a:solidFill>
                  <a:latin typeface="Arial"/>
                  <a:ea typeface="Arial"/>
                  <a:cs typeface="Arial"/>
                  <a:sym typeface="Arial"/>
                </a:rPr>
                <a:t>System</a:t>
              </a:r>
              <a:endParaRPr/>
            </a:p>
            <a:p>
              <a:pPr marL="0" marR="0" lvl="0" indent="0" algn="ctr" rtl="0">
                <a:spcBef>
                  <a:spcPts val="0"/>
                </a:spcBef>
                <a:spcAft>
                  <a:spcPts val="0"/>
                </a:spcAft>
                <a:buNone/>
              </a:pPr>
              <a:r>
                <a:rPr lang="en-US" sz="900" b="1">
                  <a:solidFill>
                    <a:srgbClr val="000000"/>
                  </a:solidFill>
                  <a:latin typeface="Arial"/>
                  <a:ea typeface="Arial"/>
                  <a:cs typeface="Arial"/>
                  <a:sym typeface="Arial"/>
                </a:rPr>
                <a:t> A</a:t>
              </a:r>
              <a:endParaRPr sz="900">
                <a:solidFill>
                  <a:schemeClr val="dk1"/>
                </a:solidFill>
                <a:latin typeface="Arial"/>
                <a:ea typeface="Arial"/>
                <a:cs typeface="Arial"/>
                <a:sym typeface="Arial"/>
              </a:endParaRPr>
            </a:p>
          </p:txBody>
        </p:sp>
        <p:cxnSp>
          <p:nvCxnSpPr>
            <p:cNvPr id="188" name="Google Shape;188;p21"/>
            <p:cNvCxnSpPr/>
            <p:nvPr/>
          </p:nvCxnSpPr>
          <p:spPr>
            <a:xfrm>
              <a:off x="391" y="2258"/>
              <a:ext cx="120" cy="1"/>
            </a:xfrm>
            <a:prstGeom prst="straightConnector1">
              <a:avLst/>
            </a:prstGeom>
            <a:noFill/>
            <a:ln w="9525" cap="rnd" cmpd="sng">
              <a:solidFill>
                <a:srgbClr val="000000"/>
              </a:solidFill>
              <a:prstDash val="solid"/>
              <a:round/>
              <a:headEnd type="none" w="med" len="med"/>
              <a:tailEnd type="none" w="med" len="med"/>
            </a:ln>
          </p:spPr>
        </p:cxnSp>
        <p:sp>
          <p:nvSpPr>
            <p:cNvPr id="189" name="Google Shape;189;p21"/>
            <p:cNvSpPr/>
            <p:nvPr/>
          </p:nvSpPr>
          <p:spPr>
            <a:xfrm>
              <a:off x="508" y="2245"/>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21"/>
            <p:cNvSpPr/>
            <p:nvPr/>
          </p:nvSpPr>
          <p:spPr>
            <a:xfrm>
              <a:off x="252" y="2174"/>
              <a:ext cx="2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Power B</a:t>
              </a:r>
              <a:endParaRPr sz="1800">
                <a:solidFill>
                  <a:schemeClr val="dk1"/>
                </a:solidFill>
                <a:latin typeface="Arial"/>
                <a:ea typeface="Arial"/>
                <a:cs typeface="Arial"/>
                <a:sym typeface="Arial"/>
              </a:endParaRPr>
            </a:p>
          </p:txBody>
        </p:sp>
        <p:cxnSp>
          <p:nvCxnSpPr>
            <p:cNvPr id="191" name="Google Shape;191;p21"/>
            <p:cNvCxnSpPr/>
            <p:nvPr/>
          </p:nvCxnSpPr>
          <p:spPr>
            <a:xfrm>
              <a:off x="556" y="1448"/>
              <a:ext cx="153" cy="1"/>
            </a:xfrm>
            <a:prstGeom prst="straightConnector1">
              <a:avLst/>
            </a:prstGeom>
            <a:noFill/>
            <a:ln w="9525" cap="flat" cmpd="sng">
              <a:solidFill>
                <a:srgbClr val="000000"/>
              </a:solidFill>
              <a:prstDash val="dot"/>
              <a:round/>
              <a:headEnd type="none" w="med" len="med"/>
              <a:tailEnd type="none" w="med" len="med"/>
            </a:ln>
          </p:spPr>
        </p:cxnSp>
        <p:sp>
          <p:nvSpPr>
            <p:cNvPr id="192" name="Google Shape;192;p21"/>
            <p:cNvSpPr/>
            <p:nvPr/>
          </p:nvSpPr>
          <p:spPr>
            <a:xfrm>
              <a:off x="377" y="1816"/>
              <a:ext cx="171" cy="84"/>
            </a:xfrm>
            <a:custGeom>
              <a:avLst/>
              <a:gdLst/>
              <a:ahLst/>
              <a:cxnLst/>
              <a:rect l="l" t="t" r="r" b="b"/>
              <a:pathLst>
                <a:path w="171" h="84" extrusionOk="0">
                  <a:moveTo>
                    <a:pt x="171" y="42"/>
                  </a:moveTo>
                  <a:lnTo>
                    <a:pt x="133" y="84"/>
                  </a:lnTo>
                  <a:lnTo>
                    <a:pt x="133" y="57"/>
                  </a:lnTo>
                  <a:lnTo>
                    <a:pt x="0" y="57"/>
                  </a:lnTo>
                  <a:lnTo>
                    <a:pt x="0" y="28"/>
                  </a:lnTo>
                  <a:lnTo>
                    <a:pt x="133" y="28"/>
                  </a:lnTo>
                  <a:lnTo>
                    <a:pt x="133" y="0"/>
                  </a:lnTo>
                  <a:lnTo>
                    <a:pt x="171" y="42"/>
                  </a:lnTo>
                  <a:close/>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93" name="Google Shape;193;p21"/>
            <p:cNvCxnSpPr/>
            <p:nvPr/>
          </p:nvCxnSpPr>
          <p:spPr>
            <a:xfrm>
              <a:off x="399" y="2121"/>
              <a:ext cx="120" cy="1"/>
            </a:xfrm>
            <a:prstGeom prst="straightConnector1">
              <a:avLst/>
            </a:prstGeom>
            <a:noFill/>
            <a:ln w="9525" cap="rnd" cmpd="sng">
              <a:solidFill>
                <a:srgbClr val="000000"/>
              </a:solidFill>
              <a:prstDash val="solid"/>
              <a:round/>
              <a:headEnd type="none" w="med" len="med"/>
              <a:tailEnd type="none" w="med" len="med"/>
            </a:ln>
          </p:spPr>
        </p:cxnSp>
        <p:sp>
          <p:nvSpPr>
            <p:cNvPr id="194" name="Google Shape;194;p21"/>
            <p:cNvSpPr/>
            <p:nvPr/>
          </p:nvSpPr>
          <p:spPr>
            <a:xfrm>
              <a:off x="516" y="2109"/>
              <a:ext cx="35" cy="25"/>
            </a:xfrm>
            <a:custGeom>
              <a:avLst/>
              <a:gdLst/>
              <a:ahLst/>
              <a:cxnLst/>
              <a:rect l="l" t="t" r="r" b="b"/>
              <a:pathLst>
                <a:path w="35" h="25" extrusionOk="0">
                  <a:moveTo>
                    <a:pt x="0" y="0"/>
                  </a:moveTo>
                  <a:lnTo>
                    <a:pt x="35" y="12"/>
                  </a:lnTo>
                  <a:lnTo>
                    <a:pt x="0" y="25"/>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5" name="Google Shape;195;p21"/>
            <p:cNvSpPr/>
            <p:nvPr/>
          </p:nvSpPr>
          <p:spPr>
            <a:xfrm>
              <a:off x="294" y="2037"/>
              <a:ext cx="22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 2</a:t>
              </a:r>
              <a:endParaRPr sz="1800">
                <a:solidFill>
                  <a:schemeClr val="dk1"/>
                </a:solidFill>
                <a:latin typeface="Arial"/>
                <a:ea typeface="Arial"/>
                <a:cs typeface="Arial"/>
                <a:sym typeface="Arial"/>
              </a:endParaRPr>
            </a:p>
          </p:txBody>
        </p:sp>
        <p:cxnSp>
          <p:nvCxnSpPr>
            <p:cNvPr id="196" name="Google Shape;196;p21"/>
            <p:cNvCxnSpPr/>
            <p:nvPr/>
          </p:nvCxnSpPr>
          <p:spPr>
            <a:xfrm>
              <a:off x="550" y="2258"/>
              <a:ext cx="153" cy="1"/>
            </a:xfrm>
            <a:prstGeom prst="straightConnector1">
              <a:avLst/>
            </a:prstGeom>
            <a:noFill/>
            <a:ln w="9525" cap="flat" cmpd="sng">
              <a:solidFill>
                <a:srgbClr val="000000"/>
              </a:solidFill>
              <a:prstDash val="dot"/>
              <a:round/>
              <a:headEnd type="none" w="med" len="med"/>
              <a:tailEnd type="none" w="med" len="med"/>
            </a:ln>
          </p:spPr>
        </p:cxnSp>
        <p:cxnSp>
          <p:nvCxnSpPr>
            <p:cNvPr id="197" name="Google Shape;197;p21"/>
            <p:cNvCxnSpPr/>
            <p:nvPr/>
          </p:nvCxnSpPr>
          <p:spPr>
            <a:xfrm>
              <a:off x="550" y="1643"/>
              <a:ext cx="153" cy="1"/>
            </a:xfrm>
            <a:prstGeom prst="straightConnector1">
              <a:avLst/>
            </a:prstGeom>
            <a:noFill/>
            <a:ln w="9525" cap="flat" cmpd="sng">
              <a:solidFill>
                <a:srgbClr val="000000"/>
              </a:solidFill>
              <a:prstDash val="dot"/>
              <a:round/>
              <a:headEnd type="none" w="med" len="med"/>
              <a:tailEnd type="none" w="med" len="med"/>
            </a:ln>
          </p:spPr>
        </p:cxnSp>
        <p:cxnSp>
          <p:nvCxnSpPr>
            <p:cNvPr id="198" name="Google Shape;198;p21"/>
            <p:cNvCxnSpPr/>
            <p:nvPr/>
          </p:nvCxnSpPr>
          <p:spPr>
            <a:xfrm>
              <a:off x="550" y="2120"/>
              <a:ext cx="153" cy="1"/>
            </a:xfrm>
            <a:prstGeom prst="straightConnector1">
              <a:avLst/>
            </a:prstGeom>
            <a:noFill/>
            <a:ln w="9525" cap="flat" cmpd="sng">
              <a:solidFill>
                <a:srgbClr val="000000"/>
              </a:solidFill>
              <a:prstDash val="dot"/>
              <a:round/>
              <a:headEnd type="none" w="med" len="med"/>
              <a:tailEnd type="none" w="med" len="med"/>
            </a:ln>
          </p:spPr>
        </p:cxnSp>
        <p:cxnSp>
          <p:nvCxnSpPr>
            <p:cNvPr id="199" name="Google Shape;199;p21"/>
            <p:cNvCxnSpPr/>
            <p:nvPr/>
          </p:nvCxnSpPr>
          <p:spPr>
            <a:xfrm>
              <a:off x="649" y="2069"/>
              <a:ext cx="57" cy="1"/>
            </a:xfrm>
            <a:prstGeom prst="straightConnector1">
              <a:avLst/>
            </a:prstGeom>
            <a:noFill/>
            <a:ln w="9525" cap="flat" cmpd="sng">
              <a:solidFill>
                <a:srgbClr val="000000"/>
              </a:solidFill>
              <a:prstDash val="dot"/>
              <a:round/>
              <a:headEnd type="none" w="med" len="med"/>
              <a:tailEnd type="none" w="med" len="med"/>
            </a:ln>
          </p:spPr>
        </p:cxnSp>
        <p:cxnSp>
          <p:nvCxnSpPr>
            <p:cNvPr id="200" name="Google Shape;200;p21"/>
            <p:cNvCxnSpPr/>
            <p:nvPr/>
          </p:nvCxnSpPr>
          <p:spPr>
            <a:xfrm>
              <a:off x="1057" y="1682"/>
              <a:ext cx="1" cy="557"/>
            </a:xfrm>
            <a:prstGeom prst="straightConnector1">
              <a:avLst/>
            </a:prstGeom>
            <a:noFill/>
            <a:ln w="9525" cap="flat" cmpd="sng">
              <a:solidFill>
                <a:srgbClr val="000000"/>
              </a:solidFill>
              <a:prstDash val="dot"/>
              <a:round/>
              <a:headEnd type="none" w="med" len="med"/>
              <a:tailEnd type="none" w="med" len="med"/>
            </a:ln>
          </p:spPr>
        </p:cxnSp>
        <p:cxnSp>
          <p:nvCxnSpPr>
            <p:cNvPr id="201" name="Google Shape;201;p21"/>
            <p:cNvCxnSpPr/>
            <p:nvPr/>
          </p:nvCxnSpPr>
          <p:spPr>
            <a:xfrm>
              <a:off x="610" y="1594"/>
              <a:ext cx="96" cy="1"/>
            </a:xfrm>
            <a:prstGeom prst="straightConnector1">
              <a:avLst/>
            </a:prstGeom>
            <a:noFill/>
            <a:ln w="9525" cap="flat" cmpd="sng">
              <a:solidFill>
                <a:srgbClr val="000000"/>
              </a:solidFill>
              <a:prstDash val="dot"/>
              <a:round/>
              <a:headEnd type="none" w="med" len="med"/>
              <a:tailEnd type="none" w="med" len="med"/>
            </a:ln>
          </p:spPr>
        </p:cxnSp>
        <p:cxnSp>
          <p:nvCxnSpPr>
            <p:cNvPr id="202" name="Google Shape;202;p21"/>
            <p:cNvCxnSpPr/>
            <p:nvPr/>
          </p:nvCxnSpPr>
          <p:spPr>
            <a:xfrm>
              <a:off x="610" y="1608"/>
              <a:ext cx="0" cy="513"/>
            </a:xfrm>
            <a:prstGeom prst="straightConnector1">
              <a:avLst/>
            </a:prstGeom>
            <a:noFill/>
            <a:ln w="9525" cap="flat" cmpd="sng">
              <a:solidFill>
                <a:srgbClr val="000000"/>
              </a:solidFill>
              <a:prstDash val="dot"/>
              <a:round/>
              <a:headEnd type="none" w="med" len="med"/>
              <a:tailEnd type="none" w="med" len="med"/>
            </a:ln>
          </p:spPr>
        </p:cxnSp>
        <p:cxnSp>
          <p:nvCxnSpPr>
            <p:cNvPr id="203" name="Google Shape;203;p21"/>
            <p:cNvCxnSpPr/>
            <p:nvPr/>
          </p:nvCxnSpPr>
          <p:spPr>
            <a:xfrm>
              <a:off x="549" y="1859"/>
              <a:ext cx="27" cy="0"/>
            </a:xfrm>
            <a:prstGeom prst="straightConnector1">
              <a:avLst/>
            </a:prstGeom>
            <a:noFill/>
            <a:ln w="9525" cap="flat" cmpd="sng">
              <a:solidFill>
                <a:srgbClr val="000000"/>
              </a:solidFill>
              <a:prstDash val="dot"/>
              <a:round/>
              <a:headEnd type="none" w="med" len="med"/>
              <a:tailEnd type="none" w="med" len="med"/>
            </a:ln>
          </p:spPr>
        </p:cxnSp>
        <p:cxnSp>
          <p:nvCxnSpPr>
            <p:cNvPr id="204" name="Google Shape;204;p21"/>
            <p:cNvCxnSpPr/>
            <p:nvPr/>
          </p:nvCxnSpPr>
          <p:spPr>
            <a:xfrm>
              <a:off x="579" y="1525"/>
              <a:ext cx="0" cy="666"/>
            </a:xfrm>
            <a:prstGeom prst="straightConnector1">
              <a:avLst/>
            </a:prstGeom>
            <a:noFill/>
            <a:ln w="9525" cap="flat" cmpd="sng">
              <a:solidFill>
                <a:srgbClr val="000000"/>
              </a:solidFill>
              <a:prstDash val="dot"/>
              <a:round/>
              <a:headEnd type="none" w="med" len="med"/>
              <a:tailEnd type="none" w="med" len="med"/>
            </a:ln>
          </p:spPr>
        </p:cxnSp>
        <p:cxnSp>
          <p:nvCxnSpPr>
            <p:cNvPr id="205" name="Google Shape;205;p21"/>
            <p:cNvCxnSpPr/>
            <p:nvPr/>
          </p:nvCxnSpPr>
          <p:spPr>
            <a:xfrm>
              <a:off x="579" y="1524"/>
              <a:ext cx="127" cy="0"/>
            </a:xfrm>
            <a:prstGeom prst="straightConnector1">
              <a:avLst/>
            </a:prstGeom>
            <a:noFill/>
            <a:ln w="9525" cap="flat" cmpd="sng">
              <a:solidFill>
                <a:srgbClr val="000000"/>
              </a:solidFill>
              <a:prstDash val="dot"/>
              <a:round/>
              <a:headEnd type="none" w="med" len="med"/>
              <a:tailEnd type="none" w="med" len="med"/>
            </a:ln>
          </p:spPr>
        </p:cxnSp>
        <p:cxnSp>
          <p:nvCxnSpPr>
            <p:cNvPr id="206" name="Google Shape;206;p21"/>
            <p:cNvCxnSpPr/>
            <p:nvPr/>
          </p:nvCxnSpPr>
          <p:spPr>
            <a:xfrm rot="10800000" flipH="1">
              <a:off x="579" y="2189"/>
              <a:ext cx="123" cy="1"/>
            </a:xfrm>
            <a:prstGeom prst="straightConnector1">
              <a:avLst/>
            </a:prstGeom>
            <a:noFill/>
            <a:ln w="9525" cap="flat" cmpd="sng">
              <a:solidFill>
                <a:srgbClr val="000000"/>
              </a:solidFill>
              <a:prstDash val="dot"/>
              <a:round/>
              <a:headEnd type="none" w="med" len="med"/>
              <a:tailEnd type="none" w="med" len="med"/>
            </a:ln>
          </p:spPr>
        </p:cxnSp>
        <p:sp>
          <p:nvSpPr>
            <p:cNvPr id="207" name="Google Shape;207;p21"/>
            <p:cNvSpPr/>
            <p:nvPr/>
          </p:nvSpPr>
          <p:spPr>
            <a:xfrm>
              <a:off x="729" y="2032"/>
              <a:ext cx="256" cy="17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00" b="1">
                  <a:solidFill>
                    <a:srgbClr val="000000"/>
                  </a:solidFill>
                  <a:latin typeface="Arial"/>
                  <a:ea typeface="Arial"/>
                  <a:cs typeface="Arial"/>
                  <a:sym typeface="Arial"/>
                </a:rPr>
                <a:t>System</a:t>
              </a:r>
              <a:endParaRPr/>
            </a:p>
            <a:p>
              <a:pPr marL="0" marR="0" lvl="0" indent="0" algn="ctr" rtl="0">
                <a:spcBef>
                  <a:spcPts val="0"/>
                </a:spcBef>
                <a:spcAft>
                  <a:spcPts val="0"/>
                </a:spcAft>
                <a:buNone/>
              </a:pPr>
              <a:r>
                <a:rPr lang="en-US" sz="900" b="1">
                  <a:solidFill>
                    <a:srgbClr val="000000"/>
                  </a:solidFill>
                  <a:latin typeface="Arial"/>
                  <a:ea typeface="Arial"/>
                  <a:cs typeface="Arial"/>
                  <a:sym typeface="Arial"/>
                </a:rPr>
                <a:t> B</a:t>
              </a:r>
              <a:endParaRPr sz="900">
                <a:solidFill>
                  <a:schemeClr val="dk1"/>
                </a:solidFill>
                <a:latin typeface="Arial"/>
                <a:ea typeface="Arial"/>
                <a:cs typeface="Arial"/>
                <a:sym typeface="Arial"/>
              </a:endParaRPr>
            </a:p>
          </p:txBody>
        </p:sp>
        <p:cxnSp>
          <p:nvCxnSpPr>
            <p:cNvPr id="208" name="Google Shape;208;p21"/>
            <p:cNvCxnSpPr/>
            <p:nvPr/>
          </p:nvCxnSpPr>
          <p:spPr>
            <a:xfrm>
              <a:off x="1038" y="1445"/>
              <a:ext cx="100" cy="0"/>
            </a:xfrm>
            <a:prstGeom prst="straightConnector1">
              <a:avLst/>
            </a:prstGeom>
            <a:noFill/>
            <a:ln w="9525" cap="flat" cmpd="sng">
              <a:solidFill>
                <a:srgbClr val="000000"/>
              </a:solidFill>
              <a:prstDash val="dot"/>
              <a:round/>
              <a:headEnd type="none" w="med" len="med"/>
              <a:tailEnd type="none" w="med" len="med"/>
            </a:ln>
          </p:spPr>
        </p:cxnSp>
        <p:cxnSp>
          <p:nvCxnSpPr>
            <p:cNvPr id="209" name="Google Shape;209;p21"/>
            <p:cNvCxnSpPr/>
            <p:nvPr/>
          </p:nvCxnSpPr>
          <p:spPr>
            <a:xfrm rot="10800000" flipH="1">
              <a:off x="1038" y="1555"/>
              <a:ext cx="56" cy="1"/>
            </a:xfrm>
            <a:prstGeom prst="straightConnector1">
              <a:avLst/>
            </a:prstGeom>
            <a:noFill/>
            <a:ln w="9525" cap="flat" cmpd="sng">
              <a:solidFill>
                <a:srgbClr val="000000"/>
              </a:solidFill>
              <a:prstDash val="dot"/>
              <a:round/>
              <a:headEnd type="none" w="med" len="med"/>
              <a:tailEnd type="none" w="med" len="med"/>
            </a:ln>
          </p:spPr>
        </p:cxnSp>
        <p:cxnSp>
          <p:nvCxnSpPr>
            <p:cNvPr id="210" name="Google Shape;210;p21"/>
            <p:cNvCxnSpPr/>
            <p:nvPr/>
          </p:nvCxnSpPr>
          <p:spPr>
            <a:xfrm>
              <a:off x="1036" y="1682"/>
              <a:ext cx="26" cy="1"/>
            </a:xfrm>
            <a:prstGeom prst="straightConnector1">
              <a:avLst/>
            </a:prstGeom>
            <a:noFill/>
            <a:ln w="9525" cap="flat" cmpd="sng">
              <a:solidFill>
                <a:srgbClr val="000000"/>
              </a:solidFill>
              <a:prstDash val="dot"/>
              <a:round/>
              <a:headEnd type="none" w="med" len="med"/>
              <a:tailEnd type="none" w="med" len="med"/>
            </a:ln>
          </p:spPr>
        </p:cxnSp>
        <p:cxnSp>
          <p:nvCxnSpPr>
            <p:cNvPr id="211" name="Google Shape;211;p21"/>
            <p:cNvCxnSpPr/>
            <p:nvPr/>
          </p:nvCxnSpPr>
          <p:spPr>
            <a:xfrm>
              <a:off x="1037" y="2001"/>
              <a:ext cx="90" cy="1"/>
            </a:xfrm>
            <a:prstGeom prst="straightConnector1">
              <a:avLst/>
            </a:prstGeom>
            <a:noFill/>
            <a:ln w="9525" cap="flat" cmpd="sng">
              <a:solidFill>
                <a:srgbClr val="000000"/>
              </a:solidFill>
              <a:prstDash val="dot"/>
              <a:round/>
              <a:headEnd type="none" w="med" len="med"/>
              <a:tailEnd type="none" w="med" len="med"/>
            </a:ln>
          </p:spPr>
        </p:cxnSp>
        <p:cxnSp>
          <p:nvCxnSpPr>
            <p:cNvPr id="212" name="Google Shape;212;p21"/>
            <p:cNvCxnSpPr/>
            <p:nvPr/>
          </p:nvCxnSpPr>
          <p:spPr>
            <a:xfrm rot="10800000" flipH="1">
              <a:off x="1037" y="2111"/>
              <a:ext cx="56" cy="1"/>
            </a:xfrm>
            <a:prstGeom prst="straightConnector1">
              <a:avLst/>
            </a:prstGeom>
            <a:noFill/>
            <a:ln w="9525" cap="flat" cmpd="sng">
              <a:solidFill>
                <a:srgbClr val="000000"/>
              </a:solidFill>
              <a:prstDash val="dot"/>
              <a:round/>
              <a:headEnd type="none" w="med" len="med"/>
              <a:tailEnd type="none" w="med" len="med"/>
            </a:ln>
          </p:spPr>
        </p:cxnSp>
        <p:cxnSp>
          <p:nvCxnSpPr>
            <p:cNvPr id="213" name="Google Shape;213;p21"/>
            <p:cNvCxnSpPr/>
            <p:nvPr/>
          </p:nvCxnSpPr>
          <p:spPr>
            <a:xfrm rot="10800000" flipH="1">
              <a:off x="1035" y="2237"/>
              <a:ext cx="26" cy="1"/>
            </a:xfrm>
            <a:prstGeom prst="straightConnector1">
              <a:avLst/>
            </a:prstGeom>
            <a:noFill/>
            <a:ln w="9525" cap="flat" cmpd="sng">
              <a:solidFill>
                <a:srgbClr val="000000"/>
              </a:solidFill>
              <a:prstDash val="dot"/>
              <a:round/>
              <a:headEnd type="none" w="med" len="med"/>
              <a:tailEnd type="none" w="med" len="med"/>
            </a:ln>
          </p:spPr>
        </p:cxnSp>
        <p:cxnSp>
          <p:nvCxnSpPr>
            <p:cNvPr id="214" name="Google Shape;214;p21"/>
            <p:cNvCxnSpPr/>
            <p:nvPr/>
          </p:nvCxnSpPr>
          <p:spPr>
            <a:xfrm>
              <a:off x="1089" y="1841"/>
              <a:ext cx="91" cy="0"/>
            </a:xfrm>
            <a:prstGeom prst="straightConnector1">
              <a:avLst/>
            </a:prstGeom>
            <a:noFill/>
            <a:ln w="9525" cap="flat" cmpd="sng">
              <a:solidFill>
                <a:srgbClr val="000000"/>
              </a:solidFill>
              <a:prstDash val="dot"/>
              <a:round/>
              <a:headEnd type="none" w="med" len="med"/>
              <a:tailEnd type="none" w="med" len="med"/>
            </a:ln>
          </p:spPr>
        </p:cxnSp>
        <p:cxnSp>
          <p:nvCxnSpPr>
            <p:cNvPr id="215" name="Google Shape;215;p21"/>
            <p:cNvCxnSpPr/>
            <p:nvPr/>
          </p:nvCxnSpPr>
          <p:spPr>
            <a:xfrm>
              <a:off x="646" y="1650"/>
              <a:ext cx="6" cy="411"/>
            </a:xfrm>
            <a:prstGeom prst="straightConnector1">
              <a:avLst/>
            </a:prstGeom>
            <a:noFill/>
            <a:ln w="9525" cap="flat" cmpd="sng">
              <a:solidFill>
                <a:srgbClr val="000000"/>
              </a:solidFill>
              <a:prstDash val="dot"/>
              <a:round/>
              <a:headEnd type="none" w="med" len="med"/>
              <a:tailEnd type="none" w="med" len="med"/>
            </a:ln>
          </p:spPr>
        </p:cxnSp>
        <p:cxnSp>
          <p:nvCxnSpPr>
            <p:cNvPr id="216" name="Google Shape;216;p21"/>
            <p:cNvCxnSpPr/>
            <p:nvPr/>
          </p:nvCxnSpPr>
          <p:spPr>
            <a:xfrm>
              <a:off x="1127" y="1444"/>
              <a:ext cx="1" cy="557"/>
            </a:xfrm>
            <a:prstGeom prst="straightConnector1">
              <a:avLst/>
            </a:prstGeom>
            <a:noFill/>
            <a:ln w="9525" cap="flat" cmpd="sng">
              <a:solidFill>
                <a:srgbClr val="000000"/>
              </a:solidFill>
              <a:prstDash val="dot"/>
              <a:round/>
              <a:headEnd type="none" w="med" len="med"/>
              <a:tailEnd type="none" w="med" len="med"/>
            </a:ln>
          </p:spPr>
        </p:cxnSp>
        <p:cxnSp>
          <p:nvCxnSpPr>
            <p:cNvPr id="217" name="Google Shape;217;p21"/>
            <p:cNvCxnSpPr/>
            <p:nvPr/>
          </p:nvCxnSpPr>
          <p:spPr>
            <a:xfrm>
              <a:off x="1127" y="1515"/>
              <a:ext cx="53" cy="0"/>
            </a:xfrm>
            <a:prstGeom prst="straightConnector1">
              <a:avLst/>
            </a:prstGeom>
            <a:noFill/>
            <a:ln w="9525" cap="flat" cmpd="sng">
              <a:solidFill>
                <a:srgbClr val="000000"/>
              </a:solidFill>
              <a:prstDash val="dot"/>
              <a:round/>
              <a:headEnd type="none" w="med" len="med"/>
              <a:tailEnd type="none" w="med" len="med"/>
            </a:ln>
          </p:spPr>
        </p:cxnSp>
        <p:cxnSp>
          <p:nvCxnSpPr>
            <p:cNvPr id="218" name="Google Shape;218;p21"/>
            <p:cNvCxnSpPr/>
            <p:nvPr/>
          </p:nvCxnSpPr>
          <p:spPr>
            <a:xfrm>
              <a:off x="1089" y="1554"/>
              <a:ext cx="3" cy="555"/>
            </a:xfrm>
            <a:prstGeom prst="straightConnector1">
              <a:avLst/>
            </a:prstGeom>
            <a:noFill/>
            <a:ln w="9525" cap="flat" cmpd="sng">
              <a:solidFill>
                <a:srgbClr val="000000"/>
              </a:solidFill>
              <a:prstDash val="dot"/>
              <a:round/>
              <a:headEnd type="none" w="med" len="med"/>
              <a:tailEnd type="none" w="med" len="med"/>
            </a:ln>
          </p:spPr>
        </p:cxnSp>
        <p:cxnSp>
          <p:nvCxnSpPr>
            <p:cNvPr id="219" name="Google Shape;219;p21"/>
            <p:cNvCxnSpPr/>
            <p:nvPr/>
          </p:nvCxnSpPr>
          <p:spPr>
            <a:xfrm>
              <a:off x="1057" y="2177"/>
              <a:ext cx="123" cy="0"/>
            </a:xfrm>
            <a:prstGeom prst="straightConnector1">
              <a:avLst/>
            </a:prstGeom>
            <a:noFill/>
            <a:ln w="9525" cap="flat" cmpd="sng">
              <a:solidFill>
                <a:srgbClr val="000000"/>
              </a:solidFill>
              <a:prstDash val="dot"/>
              <a:round/>
              <a:headEnd type="none" w="med" len="med"/>
              <a:tailEnd type="none" w="med" len="med"/>
            </a:ln>
          </p:spPr>
        </p:cxnSp>
      </p:grpSp>
      <p:grpSp>
        <p:nvGrpSpPr>
          <p:cNvPr id="220" name="Google Shape;220;p21"/>
          <p:cNvGrpSpPr/>
          <p:nvPr/>
        </p:nvGrpSpPr>
        <p:grpSpPr>
          <a:xfrm>
            <a:off x="1876425" y="1412875"/>
            <a:ext cx="2941638" cy="3205163"/>
            <a:chOff x="1176" y="890"/>
            <a:chExt cx="1853" cy="2019"/>
          </a:xfrm>
        </p:grpSpPr>
        <p:sp>
          <p:nvSpPr>
            <p:cNvPr id="221" name="Google Shape;221;p21"/>
            <p:cNvSpPr/>
            <p:nvPr/>
          </p:nvSpPr>
          <p:spPr>
            <a:xfrm>
              <a:off x="1780" y="1605"/>
              <a:ext cx="748" cy="84"/>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21"/>
            <p:cNvSpPr/>
            <p:nvPr/>
          </p:nvSpPr>
          <p:spPr>
            <a:xfrm>
              <a:off x="1780" y="1605"/>
              <a:ext cx="748" cy="84"/>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223" name="Google Shape;223;p21"/>
            <p:cNvCxnSpPr/>
            <p:nvPr/>
          </p:nvCxnSpPr>
          <p:spPr>
            <a:xfrm>
              <a:off x="1889" y="1647"/>
              <a:ext cx="549" cy="1"/>
            </a:xfrm>
            <a:prstGeom prst="straightConnector1">
              <a:avLst/>
            </a:prstGeom>
            <a:noFill/>
            <a:ln w="9525" cap="rnd" cmpd="sng">
              <a:solidFill>
                <a:srgbClr val="000000"/>
              </a:solidFill>
              <a:prstDash val="solid"/>
              <a:round/>
              <a:headEnd type="none" w="med" len="med"/>
              <a:tailEnd type="none" w="med" len="med"/>
            </a:ln>
          </p:spPr>
        </p:cxnSp>
        <p:sp>
          <p:nvSpPr>
            <p:cNvPr id="224" name="Google Shape;224;p21"/>
            <p:cNvSpPr/>
            <p:nvPr/>
          </p:nvSpPr>
          <p:spPr>
            <a:xfrm>
              <a:off x="1856" y="1634"/>
              <a:ext cx="35" cy="26"/>
            </a:xfrm>
            <a:custGeom>
              <a:avLst/>
              <a:gdLst/>
              <a:ahLst/>
              <a:cxnLst/>
              <a:rect l="l" t="t" r="r" b="b"/>
              <a:pathLst>
                <a:path w="35" h="26" extrusionOk="0">
                  <a:moveTo>
                    <a:pt x="35" y="26"/>
                  </a:moveTo>
                  <a:lnTo>
                    <a:pt x="0" y="13"/>
                  </a:lnTo>
                  <a:lnTo>
                    <a:pt x="35" y="0"/>
                  </a:lnTo>
                  <a:lnTo>
                    <a:pt x="35" y="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5" name="Google Shape;225;p21"/>
            <p:cNvSpPr/>
            <p:nvPr/>
          </p:nvSpPr>
          <p:spPr>
            <a:xfrm>
              <a:off x="2435" y="1634"/>
              <a:ext cx="36" cy="26"/>
            </a:xfrm>
            <a:custGeom>
              <a:avLst/>
              <a:gdLst/>
              <a:ahLst/>
              <a:cxnLst/>
              <a:rect l="l" t="t" r="r" b="b"/>
              <a:pathLst>
                <a:path w="36" h="26" extrusionOk="0">
                  <a:moveTo>
                    <a:pt x="0" y="0"/>
                  </a:moveTo>
                  <a:lnTo>
                    <a:pt x="36"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p21"/>
            <p:cNvSpPr/>
            <p:nvPr/>
          </p:nvSpPr>
          <p:spPr>
            <a:xfrm>
              <a:off x="1742" y="974"/>
              <a:ext cx="229" cy="16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p21"/>
            <p:cNvSpPr/>
            <p:nvPr/>
          </p:nvSpPr>
          <p:spPr>
            <a:xfrm>
              <a:off x="1742" y="974"/>
              <a:ext cx="229" cy="169"/>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p21"/>
            <p:cNvSpPr/>
            <p:nvPr/>
          </p:nvSpPr>
          <p:spPr>
            <a:xfrm>
              <a:off x="1780" y="974"/>
              <a:ext cx="153" cy="169"/>
            </a:xfrm>
            <a:custGeom>
              <a:avLst/>
              <a:gdLst/>
              <a:ahLst/>
              <a:cxnLst/>
              <a:rect l="l" t="t" r="r" b="b"/>
              <a:pathLst>
                <a:path w="768" h="768" extrusionOk="0">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p21"/>
            <p:cNvSpPr/>
            <p:nvPr/>
          </p:nvSpPr>
          <p:spPr>
            <a:xfrm>
              <a:off x="1780" y="974"/>
              <a:ext cx="153" cy="169"/>
            </a:xfrm>
            <a:custGeom>
              <a:avLst/>
              <a:gdLst/>
              <a:ahLst/>
              <a:cxnLst/>
              <a:rect l="l" t="t" r="r" b="b"/>
              <a:pathLst>
                <a:path w="153" h="169" extrusionOk="0">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0" name="Google Shape;230;p21"/>
            <p:cNvSpPr/>
            <p:nvPr/>
          </p:nvSpPr>
          <p:spPr>
            <a:xfrm>
              <a:off x="2261" y="974"/>
              <a:ext cx="229" cy="16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1" name="Google Shape;231;p21"/>
            <p:cNvSpPr/>
            <p:nvPr/>
          </p:nvSpPr>
          <p:spPr>
            <a:xfrm>
              <a:off x="2261" y="974"/>
              <a:ext cx="229" cy="169"/>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2" name="Google Shape;232;p21"/>
            <p:cNvSpPr/>
            <p:nvPr/>
          </p:nvSpPr>
          <p:spPr>
            <a:xfrm>
              <a:off x="2299" y="974"/>
              <a:ext cx="153" cy="169"/>
            </a:xfrm>
            <a:custGeom>
              <a:avLst/>
              <a:gdLst/>
              <a:ahLst/>
              <a:cxnLst/>
              <a:rect l="l" t="t" r="r" b="b"/>
              <a:pathLst>
                <a:path w="768" h="768" extrusionOk="0">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3" name="Google Shape;233;p21"/>
            <p:cNvSpPr/>
            <p:nvPr/>
          </p:nvSpPr>
          <p:spPr>
            <a:xfrm>
              <a:off x="2299" y="974"/>
              <a:ext cx="153" cy="169"/>
            </a:xfrm>
            <a:custGeom>
              <a:avLst/>
              <a:gdLst/>
              <a:ahLst/>
              <a:cxnLst/>
              <a:rect l="l" t="t" r="r" b="b"/>
              <a:pathLst>
                <a:path w="153" h="169" extrusionOk="0">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4" name="Google Shape;234;p21"/>
            <p:cNvSpPr/>
            <p:nvPr/>
          </p:nvSpPr>
          <p:spPr>
            <a:xfrm>
              <a:off x="2680" y="1815"/>
              <a:ext cx="229" cy="16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5" name="Google Shape;235;p21"/>
            <p:cNvSpPr/>
            <p:nvPr/>
          </p:nvSpPr>
          <p:spPr>
            <a:xfrm>
              <a:off x="2680" y="1815"/>
              <a:ext cx="229" cy="169"/>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6" name="Google Shape;236;p21"/>
            <p:cNvSpPr/>
            <p:nvPr/>
          </p:nvSpPr>
          <p:spPr>
            <a:xfrm>
              <a:off x="2719" y="1815"/>
              <a:ext cx="152" cy="169"/>
            </a:xfrm>
            <a:custGeom>
              <a:avLst/>
              <a:gdLst/>
              <a:ahLst/>
              <a:cxnLst/>
              <a:rect l="l" t="t" r="r" b="b"/>
              <a:pathLst>
                <a:path w="768" h="768" extrusionOk="0">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7" name="Google Shape;237;p21"/>
            <p:cNvSpPr/>
            <p:nvPr/>
          </p:nvSpPr>
          <p:spPr>
            <a:xfrm>
              <a:off x="2719" y="1815"/>
              <a:ext cx="152" cy="169"/>
            </a:xfrm>
            <a:custGeom>
              <a:avLst/>
              <a:gdLst/>
              <a:ahLst/>
              <a:cxnLst/>
              <a:rect l="l" t="t" r="r" b="b"/>
              <a:pathLst>
                <a:path w="152" h="169" extrusionOk="0">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8" name="Google Shape;238;p21"/>
            <p:cNvSpPr/>
            <p:nvPr/>
          </p:nvSpPr>
          <p:spPr>
            <a:xfrm>
              <a:off x="1809" y="1269"/>
              <a:ext cx="114" cy="126"/>
            </a:xfrm>
            <a:prstGeom prst="rect">
              <a:avLst/>
            </a:prstGeom>
            <a:solidFill>
              <a:srgbClr val="00FF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9" name="Google Shape;239;p21"/>
            <p:cNvSpPr/>
            <p:nvPr/>
          </p:nvSpPr>
          <p:spPr>
            <a:xfrm>
              <a:off x="1809" y="1269"/>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0" name="Google Shape;240;p21"/>
            <p:cNvSpPr/>
            <p:nvPr/>
          </p:nvSpPr>
          <p:spPr>
            <a:xfrm>
              <a:off x="2328" y="1269"/>
              <a:ext cx="114" cy="126"/>
            </a:xfrm>
            <a:prstGeom prst="rect">
              <a:avLst/>
            </a:prstGeom>
            <a:solidFill>
              <a:srgbClr val="0000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1" name="Google Shape;241;p21"/>
            <p:cNvSpPr/>
            <p:nvPr/>
          </p:nvSpPr>
          <p:spPr>
            <a:xfrm>
              <a:off x="2328" y="1269"/>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2" name="Google Shape;242;p21"/>
            <p:cNvSpPr/>
            <p:nvPr/>
          </p:nvSpPr>
          <p:spPr>
            <a:xfrm>
              <a:off x="2299" y="1857"/>
              <a:ext cx="114" cy="127"/>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3" name="Google Shape;243;p21"/>
            <p:cNvSpPr/>
            <p:nvPr/>
          </p:nvSpPr>
          <p:spPr>
            <a:xfrm>
              <a:off x="2299" y="1857"/>
              <a:ext cx="114" cy="127"/>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4" name="Google Shape;244;p21"/>
            <p:cNvSpPr/>
            <p:nvPr/>
          </p:nvSpPr>
          <p:spPr>
            <a:xfrm>
              <a:off x="1780" y="2446"/>
              <a:ext cx="114" cy="126"/>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5" name="Google Shape;245;p21"/>
            <p:cNvSpPr/>
            <p:nvPr/>
          </p:nvSpPr>
          <p:spPr>
            <a:xfrm>
              <a:off x="1780" y="2446"/>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6" name="Google Shape;246;p21"/>
            <p:cNvSpPr/>
            <p:nvPr/>
          </p:nvSpPr>
          <p:spPr>
            <a:xfrm>
              <a:off x="2299" y="2194"/>
              <a:ext cx="114" cy="126"/>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7" name="Google Shape;247;p21"/>
            <p:cNvSpPr/>
            <p:nvPr/>
          </p:nvSpPr>
          <p:spPr>
            <a:xfrm>
              <a:off x="2299" y="2194"/>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8" name="Google Shape;248;p21"/>
            <p:cNvSpPr/>
            <p:nvPr/>
          </p:nvSpPr>
          <p:spPr>
            <a:xfrm>
              <a:off x="2299" y="2446"/>
              <a:ext cx="114" cy="126"/>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9" name="Google Shape;249;p21"/>
            <p:cNvSpPr/>
            <p:nvPr/>
          </p:nvSpPr>
          <p:spPr>
            <a:xfrm>
              <a:off x="2299" y="2446"/>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0" name="Google Shape;250;p21"/>
            <p:cNvSpPr/>
            <p:nvPr/>
          </p:nvSpPr>
          <p:spPr>
            <a:xfrm>
              <a:off x="1180" y="1317"/>
              <a:ext cx="603" cy="196"/>
            </a:xfrm>
            <a:custGeom>
              <a:avLst/>
              <a:gdLst/>
              <a:ahLst/>
              <a:cxnLst/>
              <a:rect l="l" t="t" r="r" b="b"/>
              <a:pathLst>
                <a:path w="426" h="505" extrusionOk="0">
                  <a:moveTo>
                    <a:pt x="0" y="505"/>
                  </a:moveTo>
                  <a:lnTo>
                    <a:pt x="229" y="505"/>
                  </a:lnTo>
                  <a:lnTo>
                    <a:pt x="229" y="0"/>
                  </a:lnTo>
                  <a:lnTo>
                    <a:pt x="426" y="0"/>
                  </a:lnTo>
                </a:path>
              </a:pathLst>
            </a:custGeom>
            <a:noFill/>
            <a:ln w="9525"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 name="Google Shape;251;p21"/>
            <p:cNvSpPr/>
            <p:nvPr/>
          </p:nvSpPr>
          <p:spPr>
            <a:xfrm>
              <a:off x="1783" y="1304"/>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252" name="Google Shape;252;p21"/>
            <p:cNvCxnSpPr/>
            <p:nvPr/>
          </p:nvCxnSpPr>
          <p:spPr>
            <a:xfrm>
              <a:off x="1856" y="1143"/>
              <a:ext cx="1" cy="126"/>
            </a:xfrm>
            <a:prstGeom prst="straightConnector1">
              <a:avLst/>
            </a:prstGeom>
            <a:noFill/>
            <a:ln w="9525" cap="rnd" cmpd="sng">
              <a:solidFill>
                <a:srgbClr val="000000"/>
              </a:solidFill>
              <a:prstDash val="solid"/>
              <a:round/>
              <a:headEnd type="none" w="med" len="med"/>
              <a:tailEnd type="none" w="med" len="med"/>
            </a:ln>
          </p:spPr>
        </p:cxnSp>
        <p:cxnSp>
          <p:nvCxnSpPr>
            <p:cNvPr id="253" name="Google Shape;253;p21"/>
            <p:cNvCxnSpPr/>
            <p:nvPr/>
          </p:nvCxnSpPr>
          <p:spPr>
            <a:xfrm>
              <a:off x="1856" y="1395"/>
              <a:ext cx="1" cy="210"/>
            </a:xfrm>
            <a:prstGeom prst="straightConnector1">
              <a:avLst/>
            </a:prstGeom>
            <a:noFill/>
            <a:ln w="9525" cap="rnd" cmpd="sng">
              <a:solidFill>
                <a:srgbClr val="000000"/>
              </a:solidFill>
              <a:prstDash val="solid"/>
              <a:round/>
              <a:headEnd type="none" w="med" len="med"/>
              <a:tailEnd type="none" w="med" len="med"/>
            </a:ln>
          </p:spPr>
        </p:cxnSp>
        <p:cxnSp>
          <p:nvCxnSpPr>
            <p:cNvPr id="254" name="Google Shape;254;p21"/>
            <p:cNvCxnSpPr/>
            <p:nvPr/>
          </p:nvCxnSpPr>
          <p:spPr>
            <a:xfrm>
              <a:off x="2375" y="1143"/>
              <a:ext cx="1" cy="126"/>
            </a:xfrm>
            <a:prstGeom prst="straightConnector1">
              <a:avLst/>
            </a:prstGeom>
            <a:noFill/>
            <a:ln w="9525" cap="rnd" cmpd="sng">
              <a:solidFill>
                <a:srgbClr val="000000"/>
              </a:solidFill>
              <a:prstDash val="solid"/>
              <a:round/>
              <a:headEnd type="none" w="med" len="med"/>
              <a:tailEnd type="none" w="med" len="med"/>
            </a:ln>
          </p:spPr>
        </p:cxnSp>
        <p:cxnSp>
          <p:nvCxnSpPr>
            <p:cNvPr id="255" name="Google Shape;255;p21"/>
            <p:cNvCxnSpPr/>
            <p:nvPr/>
          </p:nvCxnSpPr>
          <p:spPr>
            <a:xfrm>
              <a:off x="2375" y="1395"/>
              <a:ext cx="1" cy="210"/>
            </a:xfrm>
            <a:prstGeom prst="straightConnector1">
              <a:avLst/>
            </a:prstGeom>
            <a:noFill/>
            <a:ln w="9525" cap="rnd" cmpd="sng">
              <a:solidFill>
                <a:srgbClr val="000000"/>
              </a:solidFill>
              <a:prstDash val="solid"/>
              <a:round/>
              <a:headEnd type="none" w="med" len="med"/>
              <a:tailEnd type="none" w="med" len="med"/>
            </a:ln>
          </p:spPr>
        </p:cxnSp>
        <p:cxnSp>
          <p:nvCxnSpPr>
            <p:cNvPr id="256" name="Google Shape;256;p21"/>
            <p:cNvCxnSpPr/>
            <p:nvPr/>
          </p:nvCxnSpPr>
          <p:spPr>
            <a:xfrm>
              <a:off x="2375" y="1689"/>
              <a:ext cx="1" cy="168"/>
            </a:xfrm>
            <a:prstGeom prst="straightConnector1">
              <a:avLst/>
            </a:prstGeom>
            <a:noFill/>
            <a:ln w="9525" cap="rnd" cmpd="sng">
              <a:solidFill>
                <a:srgbClr val="000000"/>
              </a:solidFill>
              <a:prstDash val="solid"/>
              <a:round/>
              <a:headEnd type="none" w="med" len="med"/>
              <a:tailEnd type="none" w="med" len="med"/>
            </a:ln>
          </p:spPr>
        </p:cxnSp>
        <p:cxnSp>
          <p:nvCxnSpPr>
            <p:cNvPr id="257" name="Google Shape;257;p21"/>
            <p:cNvCxnSpPr/>
            <p:nvPr/>
          </p:nvCxnSpPr>
          <p:spPr>
            <a:xfrm>
              <a:off x="2375" y="1984"/>
              <a:ext cx="1" cy="210"/>
            </a:xfrm>
            <a:prstGeom prst="straightConnector1">
              <a:avLst/>
            </a:prstGeom>
            <a:noFill/>
            <a:ln w="9525" cap="rnd" cmpd="sng">
              <a:solidFill>
                <a:srgbClr val="000000"/>
              </a:solidFill>
              <a:prstDash val="solid"/>
              <a:round/>
              <a:headEnd type="none" w="med" len="med"/>
              <a:tailEnd type="none" w="med" len="med"/>
            </a:ln>
          </p:spPr>
        </p:cxnSp>
        <p:cxnSp>
          <p:nvCxnSpPr>
            <p:cNvPr id="258" name="Google Shape;258;p21"/>
            <p:cNvCxnSpPr/>
            <p:nvPr/>
          </p:nvCxnSpPr>
          <p:spPr>
            <a:xfrm>
              <a:off x="1856" y="1689"/>
              <a:ext cx="1" cy="757"/>
            </a:xfrm>
            <a:prstGeom prst="straightConnector1">
              <a:avLst/>
            </a:prstGeom>
            <a:noFill/>
            <a:ln w="9525" cap="rnd" cmpd="sng">
              <a:solidFill>
                <a:srgbClr val="000000"/>
              </a:solidFill>
              <a:prstDash val="solid"/>
              <a:round/>
              <a:headEnd type="none" w="med" len="med"/>
              <a:tailEnd type="none" w="med" len="med"/>
            </a:ln>
          </p:spPr>
        </p:cxnSp>
        <p:sp>
          <p:nvSpPr>
            <p:cNvPr id="259" name="Google Shape;259;p21"/>
            <p:cNvSpPr/>
            <p:nvPr/>
          </p:nvSpPr>
          <p:spPr>
            <a:xfrm>
              <a:off x="1856" y="2572"/>
              <a:ext cx="954" cy="211"/>
            </a:xfrm>
            <a:custGeom>
              <a:avLst/>
              <a:gdLst/>
              <a:ahLst/>
              <a:cxnLst/>
              <a:rect l="l" t="t" r="r" b="b"/>
              <a:pathLst>
                <a:path w="954" h="211" extrusionOk="0">
                  <a:moveTo>
                    <a:pt x="0" y="0"/>
                  </a:moveTo>
                  <a:lnTo>
                    <a:pt x="0" y="211"/>
                  </a:lnTo>
                  <a:lnTo>
                    <a:pt x="954" y="211"/>
                  </a:lnTo>
                </a:path>
              </a:pathLst>
            </a:custGeom>
            <a:noFill/>
            <a:ln w="9525"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0" name="Google Shape;260;p21"/>
            <p:cNvSpPr/>
            <p:nvPr/>
          </p:nvSpPr>
          <p:spPr>
            <a:xfrm>
              <a:off x="2375" y="2572"/>
              <a:ext cx="305" cy="126"/>
            </a:xfrm>
            <a:custGeom>
              <a:avLst/>
              <a:gdLst/>
              <a:ahLst/>
              <a:cxnLst/>
              <a:rect l="l" t="t" r="r" b="b"/>
              <a:pathLst>
                <a:path w="305" h="126" extrusionOk="0">
                  <a:moveTo>
                    <a:pt x="0" y="0"/>
                  </a:moveTo>
                  <a:lnTo>
                    <a:pt x="0" y="126"/>
                  </a:lnTo>
                  <a:lnTo>
                    <a:pt x="305" y="126"/>
                  </a:lnTo>
                </a:path>
              </a:pathLst>
            </a:custGeom>
            <a:noFill/>
            <a:ln w="9525"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261" name="Google Shape;261;p21"/>
            <p:cNvCxnSpPr/>
            <p:nvPr/>
          </p:nvCxnSpPr>
          <p:spPr>
            <a:xfrm>
              <a:off x="2642" y="2783"/>
              <a:ext cx="38" cy="1"/>
            </a:xfrm>
            <a:prstGeom prst="straightConnector1">
              <a:avLst/>
            </a:prstGeom>
            <a:noFill/>
            <a:ln w="9525" cap="rnd" cmpd="sng">
              <a:solidFill>
                <a:srgbClr val="000000"/>
              </a:solidFill>
              <a:prstDash val="solid"/>
              <a:round/>
              <a:headEnd type="none" w="med" len="med"/>
              <a:tailEnd type="none" w="med" len="med"/>
            </a:ln>
          </p:spPr>
        </p:cxnSp>
        <p:sp>
          <p:nvSpPr>
            <p:cNvPr id="262" name="Google Shape;262;p21"/>
            <p:cNvSpPr/>
            <p:nvPr/>
          </p:nvSpPr>
          <p:spPr>
            <a:xfrm>
              <a:off x="2642" y="2572"/>
              <a:ext cx="305" cy="337"/>
            </a:xfrm>
            <a:custGeom>
              <a:avLst/>
              <a:gdLst/>
              <a:ahLst/>
              <a:cxnLst/>
              <a:rect l="l" t="t" r="r" b="b"/>
              <a:pathLst>
                <a:path w="1536" h="1536" extrusionOk="0">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3" name="Google Shape;263;p21"/>
            <p:cNvSpPr/>
            <p:nvPr/>
          </p:nvSpPr>
          <p:spPr>
            <a:xfrm>
              <a:off x="2642" y="2572"/>
              <a:ext cx="305" cy="337"/>
            </a:xfrm>
            <a:custGeom>
              <a:avLst/>
              <a:gdLst/>
              <a:ahLst/>
              <a:cxnLst/>
              <a:rect l="l" t="t" r="r" b="b"/>
              <a:pathLst>
                <a:path w="305" h="337" extrusionOk="0">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4" name="Google Shape;264;p21"/>
            <p:cNvSpPr/>
            <p:nvPr/>
          </p:nvSpPr>
          <p:spPr>
            <a:xfrm>
              <a:off x="2741" y="2659"/>
              <a:ext cx="175"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Plant </a:t>
              </a:r>
              <a:endParaRPr sz="1800">
                <a:solidFill>
                  <a:schemeClr val="dk1"/>
                </a:solidFill>
                <a:latin typeface="Arial"/>
                <a:ea typeface="Arial"/>
                <a:cs typeface="Arial"/>
                <a:sym typeface="Arial"/>
              </a:endParaRPr>
            </a:p>
          </p:txBody>
        </p:sp>
        <p:sp>
          <p:nvSpPr>
            <p:cNvPr id="265" name="Google Shape;265;p21"/>
            <p:cNvSpPr/>
            <p:nvPr/>
          </p:nvSpPr>
          <p:spPr>
            <a:xfrm>
              <a:off x="2728" y="2736"/>
              <a:ext cx="185"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Model</a:t>
              </a:r>
              <a:endParaRPr sz="1800">
                <a:solidFill>
                  <a:schemeClr val="dk1"/>
                </a:solidFill>
                <a:latin typeface="Arial"/>
                <a:ea typeface="Arial"/>
                <a:cs typeface="Arial"/>
                <a:sym typeface="Arial"/>
              </a:endParaRPr>
            </a:p>
          </p:txBody>
        </p:sp>
        <p:cxnSp>
          <p:nvCxnSpPr>
            <p:cNvPr id="266" name="Google Shape;266;p21"/>
            <p:cNvCxnSpPr/>
            <p:nvPr/>
          </p:nvCxnSpPr>
          <p:spPr>
            <a:xfrm>
              <a:off x="2375" y="2320"/>
              <a:ext cx="1" cy="126"/>
            </a:xfrm>
            <a:prstGeom prst="straightConnector1">
              <a:avLst/>
            </a:prstGeom>
            <a:noFill/>
            <a:ln w="9525" cap="rnd" cmpd="sng">
              <a:solidFill>
                <a:srgbClr val="000000"/>
              </a:solidFill>
              <a:prstDash val="solid"/>
              <a:round/>
              <a:headEnd type="none" w="med" len="med"/>
              <a:tailEnd type="none" w="med" len="med"/>
            </a:ln>
          </p:spPr>
        </p:cxnSp>
        <p:cxnSp>
          <p:nvCxnSpPr>
            <p:cNvPr id="267" name="Google Shape;267;p21"/>
            <p:cNvCxnSpPr/>
            <p:nvPr/>
          </p:nvCxnSpPr>
          <p:spPr>
            <a:xfrm>
              <a:off x="2413" y="2488"/>
              <a:ext cx="267" cy="1"/>
            </a:xfrm>
            <a:prstGeom prst="straightConnector1">
              <a:avLst/>
            </a:prstGeom>
            <a:noFill/>
            <a:ln w="9525" cap="rnd" cmpd="sng">
              <a:solidFill>
                <a:srgbClr val="000000"/>
              </a:solidFill>
              <a:prstDash val="solid"/>
              <a:round/>
              <a:headEnd type="none" w="med" len="med"/>
              <a:tailEnd type="none" w="med" len="med"/>
            </a:ln>
          </p:spPr>
        </p:cxnSp>
        <p:sp>
          <p:nvSpPr>
            <p:cNvPr id="268" name="Google Shape;268;p21"/>
            <p:cNvSpPr/>
            <p:nvPr/>
          </p:nvSpPr>
          <p:spPr>
            <a:xfrm>
              <a:off x="2680" y="2446"/>
              <a:ext cx="153" cy="42"/>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9" name="Google Shape;269;p21"/>
            <p:cNvSpPr/>
            <p:nvPr/>
          </p:nvSpPr>
          <p:spPr>
            <a:xfrm>
              <a:off x="2680" y="2446"/>
              <a:ext cx="153" cy="42"/>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0" name="Google Shape;270;p21"/>
            <p:cNvSpPr/>
            <p:nvPr/>
          </p:nvSpPr>
          <p:spPr>
            <a:xfrm>
              <a:off x="2413" y="1899"/>
              <a:ext cx="267" cy="1"/>
            </a:xfrm>
            <a:custGeom>
              <a:avLst/>
              <a:gdLst/>
              <a:ahLst/>
              <a:cxnLst/>
              <a:rect l="l" t="t" r="r" b="b"/>
              <a:pathLst>
                <a:path w="267" h="120000" extrusionOk="0">
                  <a:moveTo>
                    <a:pt x="0" y="0"/>
                  </a:moveTo>
                  <a:lnTo>
                    <a:pt x="267" y="0"/>
                  </a:lnTo>
                  <a:lnTo>
                    <a:pt x="0" y="0"/>
                  </a:lnTo>
                  <a:close/>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271" name="Google Shape;271;p21"/>
            <p:cNvCxnSpPr/>
            <p:nvPr/>
          </p:nvCxnSpPr>
          <p:spPr>
            <a:xfrm rot="10800000" flipH="1">
              <a:off x="1262" y="2488"/>
              <a:ext cx="486" cy="1"/>
            </a:xfrm>
            <a:prstGeom prst="straightConnector1">
              <a:avLst/>
            </a:prstGeom>
            <a:noFill/>
            <a:ln w="9525" cap="rnd" cmpd="sng">
              <a:solidFill>
                <a:srgbClr val="000000"/>
              </a:solidFill>
              <a:prstDash val="solid"/>
              <a:round/>
              <a:headEnd type="none" w="med" len="med"/>
              <a:tailEnd type="none" w="med" len="med"/>
            </a:ln>
          </p:spPr>
        </p:cxnSp>
        <p:sp>
          <p:nvSpPr>
            <p:cNvPr id="272" name="Google Shape;272;p21"/>
            <p:cNvSpPr/>
            <p:nvPr/>
          </p:nvSpPr>
          <p:spPr>
            <a:xfrm>
              <a:off x="1745" y="2475"/>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273" name="Google Shape;273;p21"/>
            <p:cNvCxnSpPr/>
            <p:nvPr/>
          </p:nvCxnSpPr>
          <p:spPr>
            <a:xfrm>
              <a:off x="1346" y="2279"/>
              <a:ext cx="921" cy="1"/>
            </a:xfrm>
            <a:prstGeom prst="straightConnector1">
              <a:avLst/>
            </a:prstGeom>
            <a:noFill/>
            <a:ln w="9525" cap="rnd" cmpd="sng">
              <a:solidFill>
                <a:srgbClr val="000000"/>
              </a:solidFill>
              <a:prstDash val="solid"/>
              <a:round/>
              <a:headEnd type="none" w="med" len="med"/>
              <a:tailEnd type="none" w="med" len="med"/>
            </a:ln>
          </p:spPr>
        </p:cxnSp>
        <p:sp>
          <p:nvSpPr>
            <p:cNvPr id="274" name="Google Shape;274;p21"/>
            <p:cNvSpPr/>
            <p:nvPr/>
          </p:nvSpPr>
          <p:spPr>
            <a:xfrm>
              <a:off x="2264" y="2266"/>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275" name="Google Shape;275;p21"/>
            <p:cNvCxnSpPr/>
            <p:nvPr/>
          </p:nvCxnSpPr>
          <p:spPr>
            <a:xfrm>
              <a:off x="1509" y="1647"/>
              <a:ext cx="239" cy="1"/>
            </a:xfrm>
            <a:prstGeom prst="straightConnector1">
              <a:avLst/>
            </a:prstGeom>
            <a:noFill/>
            <a:ln w="9525" cap="rnd" cmpd="sng">
              <a:solidFill>
                <a:srgbClr val="000000"/>
              </a:solidFill>
              <a:prstDash val="solid"/>
              <a:round/>
              <a:headEnd type="none" w="med" len="med"/>
              <a:tailEnd type="none" w="med" len="med"/>
            </a:ln>
          </p:spPr>
        </p:cxnSp>
        <p:sp>
          <p:nvSpPr>
            <p:cNvPr id="276" name="Google Shape;276;p21"/>
            <p:cNvSpPr/>
            <p:nvPr/>
          </p:nvSpPr>
          <p:spPr>
            <a:xfrm>
              <a:off x="1745" y="1634"/>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7" name="Google Shape;277;p21"/>
            <p:cNvSpPr/>
            <p:nvPr/>
          </p:nvSpPr>
          <p:spPr>
            <a:xfrm>
              <a:off x="1473" y="2197"/>
              <a:ext cx="278"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AntiSkid </a:t>
              </a:r>
              <a:endParaRPr sz="1800">
                <a:solidFill>
                  <a:schemeClr val="dk1"/>
                </a:solidFill>
                <a:latin typeface="Arial"/>
                <a:ea typeface="Arial"/>
                <a:cs typeface="Arial"/>
                <a:sym typeface="Arial"/>
              </a:endParaRPr>
            </a:p>
          </p:txBody>
        </p:sp>
        <p:sp>
          <p:nvSpPr>
            <p:cNvPr id="278" name="Google Shape;278;p21"/>
            <p:cNvSpPr/>
            <p:nvPr/>
          </p:nvSpPr>
          <p:spPr>
            <a:xfrm>
              <a:off x="1448" y="2274"/>
              <a:ext cx="313"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Command</a:t>
              </a:r>
              <a:endParaRPr sz="1800">
                <a:solidFill>
                  <a:schemeClr val="dk1"/>
                </a:solidFill>
                <a:latin typeface="Arial"/>
                <a:ea typeface="Arial"/>
                <a:cs typeface="Arial"/>
                <a:sym typeface="Arial"/>
              </a:endParaRPr>
            </a:p>
          </p:txBody>
        </p:sp>
        <p:sp>
          <p:nvSpPr>
            <p:cNvPr id="279" name="Google Shape;279;p21"/>
            <p:cNvSpPr/>
            <p:nvPr/>
          </p:nvSpPr>
          <p:spPr>
            <a:xfrm>
              <a:off x="1455" y="2410"/>
              <a:ext cx="2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Braking </a:t>
              </a:r>
              <a:endParaRPr sz="1800">
                <a:solidFill>
                  <a:schemeClr val="dk1"/>
                </a:solidFill>
                <a:latin typeface="Arial"/>
                <a:ea typeface="Arial"/>
                <a:cs typeface="Arial"/>
                <a:sym typeface="Arial"/>
              </a:endParaRPr>
            </a:p>
          </p:txBody>
        </p:sp>
        <p:sp>
          <p:nvSpPr>
            <p:cNvPr id="280" name="Google Shape;280;p21"/>
            <p:cNvSpPr/>
            <p:nvPr/>
          </p:nvSpPr>
          <p:spPr>
            <a:xfrm>
              <a:off x="1689" y="2410"/>
              <a:ext cx="55"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 </a:t>
              </a:r>
              <a:endParaRPr sz="1800">
                <a:solidFill>
                  <a:schemeClr val="dk1"/>
                </a:solidFill>
                <a:latin typeface="Arial"/>
                <a:ea typeface="Arial"/>
                <a:cs typeface="Arial"/>
                <a:sym typeface="Arial"/>
              </a:endParaRPr>
            </a:p>
          </p:txBody>
        </p:sp>
        <p:sp>
          <p:nvSpPr>
            <p:cNvPr id="281" name="Google Shape;281;p21"/>
            <p:cNvSpPr/>
            <p:nvPr/>
          </p:nvSpPr>
          <p:spPr>
            <a:xfrm>
              <a:off x="1473" y="2488"/>
              <a:ext cx="278"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AntiSkid </a:t>
              </a:r>
              <a:endParaRPr sz="1800">
                <a:solidFill>
                  <a:schemeClr val="dk1"/>
                </a:solidFill>
                <a:latin typeface="Arial"/>
                <a:ea typeface="Arial"/>
                <a:cs typeface="Arial"/>
                <a:sym typeface="Arial"/>
              </a:endParaRPr>
            </a:p>
          </p:txBody>
        </p:sp>
        <p:sp>
          <p:nvSpPr>
            <p:cNvPr id="282" name="Google Shape;282;p21"/>
            <p:cNvSpPr/>
            <p:nvPr/>
          </p:nvSpPr>
          <p:spPr>
            <a:xfrm>
              <a:off x="1448" y="2565"/>
              <a:ext cx="313"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Command</a:t>
              </a:r>
              <a:endParaRPr sz="1800">
                <a:solidFill>
                  <a:schemeClr val="dk1"/>
                </a:solidFill>
                <a:latin typeface="Arial"/>
                <a:ea typeface="Arial"/>
                <a:cs typeface="Arial"/>
                <a:sym typeface="Arial"/>
              </a:endParaRPr>
            </a:p>
          </p:txBody>
        </p:sp>
        <p:sp>
          <p:nvSpPr>
            <p:cNvPr id="283" name="Google Shape;283;p21"/>
            <p:cNvSpPr/>
            <p:nvPr/>
          </p:nvSpPr>
          <p:spPr>
            <a:xfrm>
              <a:off x="1713" y="890"/>
              <a:ext cx="382"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Green Pump</a:t>
              </a:r>
              <a:endParaRPr sz="1800">
                <a:solidFill>
                  <a:schemeClr val="dk1"/>
                </a:solidFill>
                <a:latin typeface="Arial"/>
                <a:ea typeface="Arial"/>
                <a:cs typeface="Arial"/>
                <a:sym typeface="Arial"/>
              </a:endParaRPr>
            </a:p>
          </p:txBody>
        </p:sp>
        <p:sp>
          <p:nvSpPr>
            <p:cNvPr id="284" name="Google Shape;284;p21"/>
            <p:cNvSpPr/>
            <p:nvPr/>
          </p:nvSpPr>
          <p:spPr>
            <a:xfrm>
              <a:off x="2252" y="890"/>
              <a:ext cx="335"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Blue Pump</a:t>
              </a:r>
              <a:endParaRPr sz="1800">
                <a:solidFill>
                  <a:schemeClr val="dk1"/>
                </a:solidFill>
                <a:latin typeface="Arial"/>
                <a:ea typeface="Arial"/>
                <a:cs typeface="Arial"/>
                <a:sym typeface="Arial"/>
              </a:endParaRPr>
            </a:p>
          </p:txBody>
        </p:sp>
        <p:sp>
          <p:nvSpPr>
            <p:cNvPr id="285" name="Google Shape;285;p21"/>
            <p:cNvSpPr/>
            <p:nvPr/>
          </p:nvSpPr>
          <p:spPr>
            <a:xfrm>
              <a:off x="2165" y="1184"/>
              <a:ext cx="451"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Isolation Valve</a:t>
              </a:r>
              <a:endParaRPr sz="1800">
                <a:solidFill>
                  <a:schemeClr val="dk1"/>
                </a:solidFill>
                <a:latin typeface="Arial"/>
                <a:ea typeface="Arial"/>
                <a:cs typeface="Arial"/>
                <a:sym typeface="Arial"/>
              </a:endParaRPr>
            </a:p>
          </p:txBody>
        </p:sp>
        <p:sp>
          <p:nvSpPr>
            <p:cNvPr id="286" name="Google Shape;286;p21"/>
            <p:cNvSpPr/>
            <p:nvPr/>
          </p:nvSpPr>
          <p:spPr>
            <a:xfrm>
              <a:off x="1662" y="1184"/>
              <a:ext cx="451"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Isolation Valve</a:t>
              </a:r>
              <a:endParaRPr sz="1800">
                <a:solidFill>
                  <a:schemeClr val="dk1"/>
                </a:solidFill>
                <a:latin typeface="Arial"/>
                <a:ea typeface="Arial"/>
                <a:cs typeface="Arial"/>
                <a:sym typeface="Arial"/>
              </a:endParaRPr>
            </a:p>
          </p:txBody>
        </p:sp>
        <p:sp>
          <p:nvSpPr>
            <p:cNvPr id="287" name="Google Shape;287;p21"/>
            <p:cNvSpPr/>
            <p:nvPr/>
          </p:nvSpPr>
          <p:spPr>
            <a:xfrm>
              <a:off x="1438" y="1654"/>
              <a:ext cx="160"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Shut </a:t>
              </a:r>
              <a:endParaRPr sz="1800">
                <a:solidFill>
                  <a:schemeClr val="dk1"/>
                </a:solidFill>
                <a:latin typeface="Arial"/>
                <a:ea typeface="Arial"/>
                <a:cs typeface="Arial"/>
                <a:sym typeface="Arial"/>
              </a:endParaRPr>
            </a:p>
          </p:txBody>
        </p:sp>
        <p:sp>
          <p:nvSpPr>
            <p:cNvPr id="288" name="Google Shape;288;p21"/>
            <p:cNvSpPr/>
            <p:nvPr/>
          </p:nvSpPr>
          <p:spPr>
            <a:xfrm>
              <a:off x="1405" y="1731"/>
              <a:ext cx="23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Normal </a:t>
              </a:r>
              <a:endParaRPr sz="1800">
                <a:solidFill>
                  <a:schemeClr val="dk1"/>
                </a:solidFill>
                <a:latin typeface="Arial"/>
                <a:ea typeface="Arial"/>
                <a:cs typeface="Arial"/>
                <a:sym typeface="Arial"/>
              </a:endParaRPr>
            </a:p>
          </p:txBody>
        </p:sp>
        <p:sp>
          <p:nvSpPr>
            <p:cNvPr id="289" name="Google Shape;289;p21"/>
            <p:cNvSpPr/>
            <p:nvPr/>
          </p:nvSpPr>
          <p:spPr>
            <a:xfrm>
              <a:off x="1400" y="1808"/>
              <a:ext cx="22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System</a:t>
              </a:r>
              <a:endParaRPr sz="1800">
                <a:solidFill>
                  <a:schemeClr val="dk1"/>
                </a:solidFill>
                <a:latin typeface="Arial"/>
                <a:ea typeface="Arial"/>
                <a:cs typeface="Arial"/>
                <a:sym typeface="Arial"/>
              </a:endParaRPr>
            </a:p>
          </p:txBody>
        </p:sp>
        <p:sp>
          <p:nvSpPr>
            <p:cNvPr id="290" name="Google Shape;290;p21"/>
            <p:cNvSpPr/>
            <p:nvPr/>
          </p:nvSpPr>
          <p:spPr>
            <a:xfrm>
              <a:off x="1808" y="1758"/>
              <a:ext cx="40" cy="6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291" name="Google Shape;291;p21"/>
            <p:cNvSpPr/>
            <p:nvPr/>
          </p:nvSpPr>
          <p:spPr>
            <a:xfrm>
              <a:off x="1806" y="1825"/>
              <a:ext cx="44" cy="6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O</a:t>
              </a:r>
              <a:endParaRPr sz="1800">
                <a:solidFill>
                  <a:schemeClr val="dk1"/>
                </a:solidFill>
                <a:latin typeface="Arial"/>
                <a:ea typeface="Arial"/>
                <a:cs typeface="Arial"/>
                <a:sym typeface="Arial"/>
              </a:endParaRPr>
            </a:p>
          </p:txBody>
        </p:sp>
        <p:sp>
          <p:nvSpPr>
            <p:cNvPr id="292" name="Google Shape;292;p21"/>
            <p:cNvSpPr/>
            <p:nvPr/>
          </p:nvSpPr>
          <p:spPr>
            <a:xfrm>
              <a:off x="1808" y="1891"/>
              <a:ext cx="40" cy="6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R</a:t>
              </a:r>
              <a:endParaRPr sz="1800">
                <a:solidFill>
                  <a:schemeClr val="dk1"/>
                </a:solidFill>
                <a:latin typeface="Arial"/>
                <a:ea typeface="Arial"/>
                <a:cs typeface="Arial"/>
                <a:sym typeface="Arial"/>
              </a:endParaRPr>
            </a:p>
          </p:txBody>
        </p:sp>
        <p:sp>
          <p:nvSpPr>
            <p:cNvPr id="293" name="Google Shape;293;p21"/>
            <p:cNvSpPr/>
            <p:nvPr/>
          </p:nvSpPr>
          <p:spPr>
            <a:xfrm>
              <a:off x="1806" y="1961"/>
              <a:ext cx="47" cy="6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M</a:t>
              </a:r>
              <a:endParaRPr sz="1800">
                <a:solidFill>
                  <a:schemeClr val="dk1"/>
                </a:solidFill>
                <a:latin typeface="Arial"/>
                <a:ea typeface="Arial"/>
                <a:cs typeface="Arial"/>
                <a:sym typeface="Arial"/>
              </a:endParaRPr>
            </a:p>
          </p:txBody>
        </p:sp>
        <p:sp>
          <p:nvSpPr>
            <p:cNvPr id="294" name="Google Shape;294;p21"/>
            <p:cNvSpPr/>
            <p:nvPr/>
          </p:nvSpPr>
          <p:spPr>
            <a:xfrm>
              <a:off x="1808" y="2028"/>
              <a:ext cx="40" cy="6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A</a:t>
              </a:r>
              <a:endParaRPr sz="1800">
                <a:solidFill>
                  <a:schemeClr val="dk1"/>
                </a:solidFill>
                <a:latin typeface="Arial"/>
                <a:ea typeface="Arial"/>
                <a:cs typeface="Arial"/>
                <a:sym typeface="Arial"/>
              </a:endParaRPr>
            </a:p>
          </p:txBody>
        </p:sp>
        <p:sp>
          <p:nvSpPr>
            <p:cNvPr id="295" name="Google Shape;295;p21"/>
            <p:cNvSpPr/>
            <p:nvPr/>
          </p:nvSpPr>
          <p:spPr>
            <a:xfrm>
              <a:off x="1807" y="2095"/>
              <a:ext cx="34" cy="6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L</a:t>
              </a:r>
              <a:endParaRPr sz="1800">
                <a:solidFill>
                  <a:schemeClr val="dk1"/>
                </a:solidFill>
                <a:latin typeface="Arial"/>
                <a:ea typeface="Arial"/>
                <a:cs typeface="Arial"/>
                <a:sym typeface="Arial"/>
              </a:endParaRPr>
            </a:p>
          </p:txBody>
        </p:sp>
        <p:sp>
          <p:nvSpPr>
            <p:cNvPr id="296" name="Google Shape;296;p21"/>
            <p:cNvSpPr/>
            <p:nvPr/>
          </p:nvSpPr>
          <p:spPr>
            <a:xfrm>
              <a:off x="2245" y="1731"/>
              <a:ext cx="4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A</a:t>
              </a:r>
              <a:endParaRPr sz="1800">
                <a:solidFill>
                  <a:schemeClr val="dk1"/>
                </a:solidFill>
                <a:latin typeface="Arial"/>
                <a:ea typeface="Arial"/>
                <a:cs typeface="Arial"/>
                <a:sym typeface="Arial"/>
              </a:endParaRPr>
            </a:p>
          </p:txBody>
        </p:sp>
        <p:sp>
          <p:nvSpPr>
            <p:cNvPr id="297" name="Google Shape;297;p21"/>
            <p:cNvSpPr/>
            <p:nvPr/>
          </p:nvSpPr>
          <p:spPr>
            <a:xfrm>
              <a:off x="2246" y="1811"/>
              <a:ext cx="3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L</a:t>
              </a:r>
              <a:endParaRPr sz="1800">
                <a:solidFill>
                  <a:schemeClr val="dk1"/>
                </a:solidFill>
                <a:latin typeface="Arial"/>
                <a:ea typeface="Arial"/>
                <a:cs typeface="Arial"/>
                <a:sym typeface="Arial"/>
              </a:endParaRPr>
            </a:p>
          </p:txBody>
        </p:sp>
        <p:sp>
          <p:nvSpPr>
            <p:cNvPr id="298" name="Google Shape;298;p21"/>
            <p:cNvSpPr/>
            <p:nvPr/>
          </p:nvSpPr>
          <p:spPr>
            <a:xfrm>
              <a:off x="2246" y="1888"/>
              <a:ext cx="3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T</a:t>
              </a:r>
              <a:endParaRPr sz="1800">
                <a:solidFill>
                  <a:schemeClr val="dk1"/>
                </a:solidFill>
                <a:latin typeface="Arial"/>
                <a:ea typeface="Arial"/>
                <a:cs typeface="Arial"/>
                <a:sym typeface="Arial"/>
              </a:endParaRPr>
            </a:p>
          </p:txBody>
        </p:sp>
        <p:sp>
          <p:nvSpPr>
            <p:cNvPr id="299" name="Google Shape;299;p21"/>
            <p:cNvSpPr/>
            <p:nvPr/>
          </p:nvSpPr>
          <p:spPr>
            <a:xfrm>
              <a:off x="2245" y="1965"/>
              <a:ext cx="43"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E</a:t>
              </a:r>
              <a:endParaRPr sz="1800">
                <a:solidFill>
                  <a:schemeClr val="dk1"/>
                </a:solidFill>
                <a:latin typeface="Arial"/>
                <a:ea typeface="Arial"/>
                <a:cs typeface="Arial"/>
                <a:sym typeface="Arial"/>
              </a:endParaRPr>
            </a:p>
          </p:txBody>
        </p:sp>
        <p:sp>
          <p:nvSpPr>
            <p:cNvPr id="300" name="Google Shape;300;p21"/>
            <p:cNvSpPr/>
            <p:nvPr/>
          </p:nvSpPr>
          <p:spPr>
            <a:xfrm>
              <a:off x="2245" y="2046"/>
              <a:ext cx="4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R</a:t>
              </a:r>
              <a:endParaRPr sz="1800">
                <a:solidFill>
                  <a:schemeClr val="dk1"/>
                </a:solidFill>
                <a:latin typeface="Arial"/>
                <a:ea typeface="Arial"/>
                <a:cs typeface="Arial"/>
                <a:sym typeface="Arial"/>
              </a:endParaRPr>
            </a:p>
          </p:txBody>
        </p:sp>
        <p:sp>
          <p:nvSpPr>
            <p:cNvPr id="301" name="Google Shape;301;p21"/>
            <p:cNvSpPr/>
            <p:nvPr/>
          </p:nvSpPr>
          <p:spPr>
            <a:xfrm>
              <a:off x="2245" y="2123"/>
              <a:ext cx="4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302" name="Google Shape;302;p21"/>
            <p:cNvSpPr/>
            <p:nvPr/>
          </p:nvSpPr>
          <p:spPr>
            <a:xfrm>
              <a:off x="2245" y="2204"/>
              <a:ext cx="4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A</a:t>
              </a:r>
              <a:endParaRPr sz="1800">
                <a:solidFill>
                  <a:schemeClr val="dk1"/>
                </a:solidFill>
                <a:latin typeface="Arial"/>
                <a:ea typeface="Arial"/>
                <a:cs typeface="Arial"/>
                <a:sym typeface="Arial"/>
              </a:endParaRPr>
            </a:p>
          </p:txBody>
        </p:sp>
        <p:sp>
          <p:nvSpPr>
            <p:cNvPr id="303" name="Google Shape;303;p21"/>
            <p:cNvSpPr/>
            <p:nvPr/>
          </p:nvSpPr>
          <p:spPr>
            <a:xfrm>
              <a:off x="2246" y="2281"/>
              <a:ext cx="3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T</a:t>
              </a:r>
              <a:endParaRPr sz="1800">
                <a:solidFill>
                  <a:schemeClr val="dk1"/>
                </a:solidFill>
                <a:latin typeface="Arial"/>
                <a:ea typeface="Arial"/>
                <a:cs typeface="Arial"/>
                <a:sym typeface="Arial"/>
              </a:endParaRPr>
            </a:p>
          </p:txBody>
        </p:sp>
        <p:sp>
          <p:nvSpPr>
            <p:cNvPr id="304" name="Google Shape;304;p21"/>
            <p:cNvSpPr/>
            <p:nvPr/>
          </p:nvSpPr>
          <p:spPr>
            <a:xfrm>
              <a:off x="2245" y="2358"/>
              <a:ext cx="43"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E</a:t>
              </a:r>
              <a:endParaRPr sz="1800">
                <a:solidFill>
                  <a:schemeClr val="dk1"/>
                </a:solidFill>
                <a:latin typeface="Arial"/>
                <a:ea typeface="Arial"/>
                <a:cs typeface="Arial"/>
                <a:sym typeface="Arial"/>
              </a:endParaRPr>
            </a:p>
          </p:txBody>
        </p:sp>
        <p:sp>
          <p:nvSpPr>
            <p:cNvPr id="305" name="Google Shape;305;p21"/>
            <p:cNvSpPr/>
            <p:nvPr/>
          </p:nvSpPr>
          <p:spPr>
            <a:xfrm>
              <a:off x="2619" y="2007"/>
              <a:ext cx="410"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Accumulator </a:t>
              </a:r>
              <a:endParaRPr sz="1800">
                <a:solidFill>
                  <a:schemeClr val="dk1"/>
                </a:solidFill>
                <a:latin typeface="Arial"/>
                <a:ea typeface="Arial"/>
                <a:cs typeface="Arial"/>
                <a:sym typeface="Arial"/>
              </a:endParaRPr>
            </a:p>
          </p:txBody>
        </p:sp>
        <p:sp>
          <p:nvSpPr>
            <p:cNvPr id="306" name="Google Shape;306;p21"/>
            <p:cNvSpPr/>
            <p:nvPr/>
          </p:nvSpPr>
          <p:spPr>
            <a:xfrm>
              <a:off x="2712" y="2085"/>
              <a:ext cx="178"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Pump</a:t>
              </a:r>
              <a:endParaRPr sz="1800">
                <a:solidFill>
                  <a:schemeClr val="dk1"/>
                </a:solidFill>
                <a:latin typeface="Arial"/>
                <a:ea typeface="Arial"/>
                <a:cs typeface="Arial"/>
                <a:sym typeface="Arial"/>
              </a:endParaRPr>
            </a:p>
          </p:txBody>
        </p:sp>
        <p:sp>
          <p:nvSpPr>
            <p:cNvPr id="307" name="Google Shape;307;p21"/>
            <p:cNvSpPr/>
            <p:nvPr/>
          </p:nvSpPr>
          <p:spPr>
            <a:xfrm>
              <a:off x="1953" y="2428"/>
              <a:ext cx="18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Meter </a:t>
              </a:r>
              <a:endParaRPr sz="1800">
                <a:solidFill>
                  <a:schemeClr val="dk1"/>
                </a:solidFill>
                <a:latin typeface="Arial"/>
                <a:ea typeface="Arial"/>
                <a:cs typeface="Arial"/>
                <a:sym typeface="Arial"/>
              </a:endParaRPr>
            </a:p>
          </p:txBody>
        </p:sp>
        <p:sp>
          <p:nvSpPr>
            <p:cNvPr id="308" name="Google Shape;308;p21"/>
            <p:cNvSpPr/>
            <p:nvPr/>
          </p:nvSpPr>
          <p:spPr>
            <a:xfrm>
              <a:off x="1955" y="2505"/>
              <a:ext cx="16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309" name="Google Shape;309;p21"/>
            <p:cNvSpPr/>
            <p:nvPr/>
          </p:nvSpPr>
          <p:spPr>
            <a:xfrm>
              <a:off x="2317" y="2463"/>
              <a:ext cx="112" cy="4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Meter </a:t>
              </a:r>
              <a:endParaRPr sz="1800">
                <a:solidFill>
                  <a:schemeClr val="dk1"/>
                </a:solidFill>
                <a:latin typeface="Arial"/>
                <a:ea typeface="Arial"/>
                <a:cs typeface="Arial"/>
                <a:sym typeface="Arial"/>
              </a:endParaRPr>
            </a:p>
          </p:txBody>
        </p:sp>
        <p:sp>
          <p:nvSpPr>
            <p:cNvPr id="310" name="Google Shape;310;p21"/>
            <p:cNvSpPr/>
            <p:nvPr/>
          </p:nvSpPr>
          <p:spPr>
            <a:xfrm>
              <a:off x="2316" y="2509"/>
              <a:ext cx="100" cy="4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311" name="Google Shape;311;p21"/>
            <p:cNvSpPr/>
            <p:nvPr/>
          </p:nvSpPr>
          <p:spPr>
            <a:xfrm>
              <a:off x="2317" y="2211"/>
              <a:ext cx="112" cy="4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Meter </a:t>
              </a:r>
              <a:endParaRPr sz="1800">
                <a:solidFill>
                  <a:schemeClr val="dk1"/>
                </a:solidFill>
                <a:latin typeface="Arial"/>
                <a:ea typeface="Arial"/>
                <a:cs typeface="Arial"/>
                <a:sym typeface="Arial"/>
              </a:endParaRPr>
            </a:p>
          </p:txBody>
        </p:sp>
        <p:sp>
          <p:nvSpPr>
            <p:cNvPr id="312" name="Google Shape;312;p21"/>
            <p:cNvSpPr/>
            <p:nvPr/>
          </p:nvSpPr>
          <p:spPr>
            <a:xfrm>
              <a:off x="2316" y="2256"/>
              <a:ext cx="100" cy="4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313" name="Google Shape;313;p21"/>
            <p:cNvSpPr/>
            <p:nvPr/>
          </p:nvSpPr>
          <p:spPr>
            <a:xfrm>
              <a:off x="2352" y="1755"/>
              <a:ext cx="410"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Accumulator </a:t>
              </a:r>
              <a:endParaRPr sz="1800">
                <a:solidFill>
                  <a:schemeClr val="dk1"/>
                </a:solidFill>
                <a:latin typeface="Arial"/>
                <a:ea typeface="Arial"/>
                <a:cs typeface="Arial"/>
                <a:sym typeface="Arial"/>
              </a:endParaRPr>
            </a:p>
          </p:txBody>
        </p:sp>
        <p:sp>
          <p:nvSpPr>
            <p:cNvPr id="314" name="Google Shape;314;p21"/>
            <p:cNvSpPr/>
            <p:nvPr/>
          </p:nvSpPr>
          <p:spPr>
            <a:xfrm>
              <a:off x="2451" y="1832"/>
              <a:ext cx="16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315" name="Google Shape;315;p21"/>
            <p:cNvSpPr/>
            <p:nvPr/>
          </p:nvSpPr>
          <p:spPr>
            <a:xfrm>
              <a:off x="2602" y="2270"/>
              <a:ext cx="365"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Mechanical </a:t>
              </a:r>
              <a:endParaRPr sz="1800">
                <a:solidFill>
                  <a:schemeClr val="dk1"/>
                </a:solidFill>
                <a:latin typeface="Arial"/>
                <a:ea typeface="Arial"/>
                <a:cs typeface="Arial"/>
                <a:sym typeface="Arial"/>
              </a:endParaRPr>
            </a:p>
          </p:txBody>
        </p:sp>
        <p:sp>
          <p:nvSpPr>
            <p:cNvPr id="316" name="Google Shape;316;p21"/>
            <p:cNvSpPr/>
            <p:nvPr/>
          </p:nvSpPr>
          <p:spPr>
            <a:xfrm>
              <a:off x="2677" y="2347"/>
              <a:ext cx="172"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a:t>
              </a:r>
              <a:endParaRPr sz="1800">
                <a:solidFill>
                  <a:schemeClr val="dk1"/>
                </a:solidFill>
                <a:latin typeface="Arial"/>
                <a:ea typeface="Arial"/>
                <a:cs typeface="Arial"/>
                <a:sym typeface="Arial"/>
              </a:endParaRPr>
            </a:p>
          </p:txBody>
        </p:sp>
        <p:sp>
          <p:nvSpPr>
            <p:cNvPr id="317" name="Google Shape;317;p21"/>
            <p:cNvSpPr/>
            <p:nvPr/>
          </p:nvSpPr>
          <p:spPr>
            <a:xfrm>
              <a:off x="2011" y="1531"/>
              <a:ext cx="441"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Selector Valve</a:t>
              </a:r>
              <a:endParaRPr sz="1800">
                <a:solidFill>
                  <a:schemeClr val="dk1"/>
                </a:solidFill>
                <a:latin typeface="Arial"/>
                <a:ea typeface="Arial"/>
                <a:cs typeface="Arial"/>
                <a:sym typeface="Arial"/>
              </a:endParaRPr>
            </a:p>
          </p:txBody>
        </p:sp>
        <p:cxnSp>
          <p:nvCxnSpPr>
            <p:cNvPr id="318" name="Google Shape;318;p21"/>
            <p:cNvCxnSpPr/>
            <p:nvPr/>
          </p:nvCxnSpPr>
          <p:spPr>
            <a:xfrm rot="10800000">
              <a:off x="1503" y="1506"/>
              <a:ext cx="0" cy="141"/>
            </a:xfrm>
            <a:prstGeom prst="straightConnector1">
              <a:avLst/>
            </a:prstGeom>
            <a:noFill/>
            <a:ln w="9525" cap="flat" cmpd="sng">
              <a:solidFill>
                <a:srgbClr val="000000"/>
              </a:solidFill>
              <a:prstDash val="solid"/>
              <a:round/>
              <a:headEnd type="none" w="med" len="med"/>
              <a:tailEnd type="none" w="med" len="med"/>
            </a:ln>
          </p:spPr>
        </p:cxnSp>
        <p:cxnSp>
          <p:nvCxnSpPr>
            <p:cNvPr id="319" name="Google Shape;319;p21"/>
            <p:cNvCxnSpPr/>
            <p:nvPr/>
          </p:nvCxnSpPr>
          <p:spPr>
            <a:xfrm>
              <a:off x="1176" y="1839"/>
              <a:ext cx="162" cy="0"/>
            </a:xfrm>
            <a:prstGeom prst="straightConnector1">
              <a:avLst/>
            </a:prstGeom>
            <a:noFill/>
            <a:ln w="9525" cap="flat" cmpd="sng">
              <a:solidFill>
                <a:srgbClr val="000000"/>
              </a:solidFill>
              <a:prstDash val="solid"/>
              <a:round/>
              <a:headEnd type="none" w="med" len="med"/>
              <a:tailEnd type="none" w="med" len="med"/>
            </a:ln>
          </p:spPr>
        </p:cxnSp>
        <p:cxnSp>
          <p:nvCxnSpPr>
            <p:cNvPr id="320" name="Google Shape;320;p21"/>
            <p:cNvCxnSpPr/>
            <p:nvPr/>
          </p:nvCxnSpPr>
          <p:spPr>
            <a:xfrm rot="10800000">
              <a:off x="1341" y="1839"/>
              <a:ext cx="0" cy="441"/>
            </a:xfrm>
            <a:prstGeom prst="straightConnector1">
              <a:avLst/>
            </a:prstGeom>
            <a:noFill/>
            <a:ln w="9525" cap="flat" cmpd="sng">
              <a:solidFill>
                <a:srgbClr val="000000"/>
              </a:solidFill>
              <a:prstDash val="solid"/>
              <a:round/>
              <a:headEnd type="none" w="med" len="med"/>
              <a:tailEnd type="none" w="med" len="med"/>
            </a:ln>
          </p:spPr>
        </p:cxnSp>
        <p:cxnSp>
          <p:nvCxnSpPr>
            <p:cNvPr id="321" name="Google Shape;321;p21"/>
            <p:cNvCxnSpPr/>
            <p:nvPr/>
          </p:nvCxnSpPr>
          <p:spPr>
            <a:xfrm>
              <a:off x="1179" y="2178"/>
              <a:ext cx="81" cy="0"/>
            </a:xfrm>
            <a:prstGeom prst="straightConnector1">
              <a:avLst/>
            </a:prstGeom>
            <a:noFill/>
            <a:ln w="9525" cap="flat" cmpd="sng">
              <a:solidFill>
                <a:srgbClr val="000000"/>
              </a:solidFill>
              <a:prstDash val="solid"/>
              <a:round/>
              <a:headEnd type="none" w="med" len="med"/>
              <a:tailEnd type="none" w="med" len="med"/>
            </a:ln>
          </p:spPr>
        </p:cxnSp>
        <p:cxnSp>
          <p:nvCxnSpPr>
            <p:cNvPr id="322" name="Google Shape;322;p21"/>
            <p:cNvCxnSpPr/>
            <p:nvPr/>
          </p:nvCxnSpPr>
          <p:spPr>
            <a:xfrm rot="10800000">
              <a:off x="1263" y="2178"/>
              <a:ext cx="0" cy="309"/>
            </a:xfrm>
            <a:prstGeom prst="straightConnector1">
              <a:avLst/>
            </a:prstGeom>
            <a:noFill/>
            <a:ln w="9525" cap="flat" cmpd="sng">
              <a:solidFill>
                <a:srgbClr val="000000"/>
              </a:solidFill>
              <a:prstDash val="solid"/>
              <a:round/>
              <a:headEnd type="none" w="med" len="med"/>
              <a:tailEnd type="none" w="med" len="med"/>
            </a:ln>
          </p:spPr>
        </p:cxnSp>
      </p:grpSp>
      <p:grpSp>
        <p:nvGrpSpPr>
          <p:cNvPr id="323" name="Google Shape;323;p21"/>
          <p:cNvGrpSpPr/>
          <p:nvPr/>
        </p:nvGrpSpPr>
        <p:grpSpPr>
          <a:xfrm>
            <a:off x="1643063" y="2271713"/>
            <a:ext cx="171450" cy="1303337"/>
            <a:chOff x="1035" y="1431"/>
            <a:chExt cx="108" cy="821"/>
          </a:xfrm>
        </p:grpSpPr>
        <p:sp>
          <p:nvSpPr>
            <p:cNvPr id="324" name="Google Shape;324;p21"/>
            <p:cNvSpPr/>
            <p:nvPr/>
          </p:nvSpPr>
          <p:spPr>
            <a:xfrm>
              <a:off x="1041" y="1431"/>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5" name="Google Shape;325;p21"/>
            <p:cNvSpPr/>
            <p:nvPr/>
          </p:nvSpPr>
          <p:spPr>
            <a:xfrm>
              <a:off x="1044" y="1539"/>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6" name="Google Shape;326;p21"/>
            <p:cNvSpPr/>
            <p:nvPr/>
          </p:nvSpPr>
          <p:spPr>
            <a:xfrm>
              <a:off x="1041" y="1668"/>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7" name="Google Shape;327;p21"/>
            <p:cNvSpPr/>
            <p:nvPr/>
          </p:nvSpPr>
          <p:spPr>
            <a:xfrm>
              <a:off x="1038" y="2097"/>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8" name="Google Shape;328;p21"/>
            <p:cNvSpPr/>
            <p:nvPr/>
          </p:nvSpPr>
          <p:spPr>
            <a:xfrm>
              <a:off x="1035" y="1983"/>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9" name="Google Shape;329;p21"/>
            <p:cNvSpPr/>
            <p:nvPr/>
          </p:nvSpPr>
          <p:spPr>
            <a:xfrm>
              <a:off x="1038" y="2223"/>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0" name="Google Shape;330;p21"/>
            <p:cNvSpPr/>
            <p:nvPr/>
          </p:nvSpPr>
          <p:spPr>
            <a:xfrm>
              <a:off x="1116" y="1497"/>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1" name="Google Shape;331;p21"/>
            <p:cNvSpPr/>
            <p:nvPr/>
          </p:nvSpPr>
          <p:spPr>
            <a:xfrm>
              <a:off x="1077" y="1827"/>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2" name="Google Shape;332;p21"/>
            <p:cNvSpPr/>
            <p:nvPr/>
          </p:nvSpPr>
          <p:spPr>
            <a:xfrm>
              <a:off x="1047" y="2166"/>
              <a:ext cx="27" cy="29"/>
            </a:xfrm>
            <a:prstGeom prst="rect">
              <a:avLst/>
            </a:prstGeom>
            <a:solidFill>
              <a:srgbClr val="FF9900"/>
            </a:solidFill>
            <a:ln w="1752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33" name="Google Shape;333;p21"/>
          <p:cNvGrpSpPr/>
          <p:nvPr/>
        </p:nvGrpSpPr>
        <p:grpSpPr>
          <a:xfrm>
            <a:off x="2933700" y="1719263"/>
            <a:ext cx="876300" cy="2289175"/>
            <a:chOff x="1848" y="1083"/>
            <a:chExt cx="552" cy="1442"/>
          </a:xfrm>
        </p:grpSpPr>
        <p:sp>
          <p:nvSpPr>
            <p:cNvPr id="334" name="Google Shape;334;p21"/>
            <p:cNvSpPr/>
            <p:nvPr/>
          </p:nvSpPr>
          <p:spPr>
            <a:xfrm>
              <a:off x="1851" y="1326"/>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5" name="Google Shape;335;p21"/>
            <p:cNvSpPr/>
            <p:nvPr/>
          </p:nvSpPr>
          <p:spPr>
            <a:xfrm>
              <a:off x="1848" y="1083"/>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6" name="Google Shape;336;p21"/>
            <p:cNvSpPr/>
            <p:nvPr/>
          </p:nvSpPr>
          <p:spPr>
            <a:xfrm>
              <a:off x="2367" y="1086"/>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7" name="Google Shape;337;p21"/>
            <p:cNvSpPr/>
            <p:nvPr/>
          </p:nvSpPr>
          <p:spPr>
            <a:xfrm>
              <a:off x="2373" y="1320"/>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8" name="Google Shape;338;p21"/>
            <p:cNvSpPr/>
            <p:nvPr/>
          </p:nvSpPr>
          <p:spPr>
            <a:xfrm>
              <a:off x="2151" y="1632"/>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9" name="Google Shape;339;p21"/>
            <p:cNvSpPr/>
            <p:nvPr/>
          </p:nvSpPr>
          <p:spPr>
            <a:xfrm>
              <a:off x="2367" y="1893"/>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0" name="Google Shape;340;p21"/>
            <p:cNvSpPr/>
            <p:nvPr/>
          </p:nvSpPr>
          <p:spPr>
            <a:xfrm>
              <a:off x="2367" y="2250"/>
              <a:ext cx="27" cy="29"/>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1" name="Google Shape;341;p21"/>
            <p:cNvSpPr/>
            <p:nvPr/>
          </p:nvSpPr>
          <p:spPr>
            <a:xfrm>
              <a:off x="1848" y="2490"/>
              <a:ext cx="27" cy="35"/>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2" name="Google Shape;342;p21"/>
            <p:cNvSpPr/>
            <p:nvPr/>
          </p:nvSpPr>
          <p:spPr>
            <a:xfrm>
              <a:off x="2367" y="2481"/>
              <a:ext cx="27" cy="35"/>
            </a:xfrm>
            <a:prstGeom prst="rect">
              <a:avLst/>
            </a:prstGeom>
            <a:solidFill>
              <a:srgbClr val="FF0066"/>
            </a:solidFill>
            <a:ln w="17525" cap="flat" cmpd="sng">
              <a:solidFill>
                <a:srgbClr val="FF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43" name="Google Shape;343;p21"/>
          <p:cNvGrpSpPr/>
          <p:nvPr/>
        </p:nvGrpSpPr>
        <p:grpSpPr>
          <a:xfrm>
            <a:off x="4884738" y="1757363"/>
            <a:ext cx="4030662" cy="2281237"/>
            <a:chOff x="2925" y="1053"/>
            <a:chExt cx="2539" cy="1437"/>
          </a:xfrm>
        </p:grpSpPr>
        <p:pic>
          <p:nvPicPr>
            <p:cNvPr id="344" name="Google Shape;344;p21"/>
            <p:cNvPicPr preferRelativeResize="0"/>
            <p:nvPr/>
          </p:nvPicPr>
          <p:blipFill rotWithShape="1">
            <a:blip r:embed="rId3">
              <a:alphaModFix/>
            </a:blip>
            <a:srcRect/>
            <a:stretch/>
          </p:blipFill>
          <p:spPr>
            <a:xfrm>
              <a:off x="3498" y="1053"/>
              <a:ext cx="1966" cy="1437"/>
            </a:xfrm>
            <a:prstGeom prst="rect">
              <a:avLst/>
            </a:prstGeom>
            <a:noFill/>
            <a:ln>
              <a:noFill/>
            </a:ln>
          </p:spPr>
        </p:pic>
        <p:pic>
          <p:nvPicPr>
            <p:cNvPr id="345" name="Google Shape;345;p21"/>
            <p:cNvPicPr preferRelativeResize="0"/>
            <p:nvPr/>
          </p:nvPicPr>
          <p:blipFill rotWithShape="1">
            <a:blip r:embed="rId4">
              <a:alphaModFix/>
            </a:blip>
            <a:srcRect/>
            <a:stretch/>
          </p:blipFill>
          <p:spPr>
            <a:xfrm>
              <a:off x="2925" y="1501"/>
              <a:ext cx="522" cy="285"/>
            </a:xfrm>
            <a:prstGeom prst="rect">
              <a:avLst/>
            </a:prstGeom>
            <a:noFill/>
            <a:ln>
              <a:noFill/>
            </a:ln>
          </p:spPr>
        </p:pic>
      </p:grpSp>
      <p:sp>
        <p:nvSpPr>
          <p:cNvPr id="346" name="Google Shape;346;p21"/>
          <p:cNvSpPr/>
          <p:nvPr/>
        </p:nvSpPr>
        <p:spPr>
          <a:xfrm>
            <a:off x="228600" y="4724400"/>
            <a:ext cx="5257800" cy="3746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1700"/>
              <a:buFont typeface="Arial"/>
              <a:buChar char="•"/>
            </a:pPr>
            <a:r>
              <a:rPr lang="en-US" sz="1700" b="0">
                <a:solidFill>
                  <a:schemeClr val="dk1"/>
                </a:solidFill>
                <a:latin typeface="Verdana"/>
                <a:ea typeface="Verdana"/>
                <a:cs typeface="Verdana"/>
                <a:sym typeface="Verdana"/>
              </a:rPr>
              <a:t>Model the Digital Controller Architecture</a:t>
            </a:r>
            <a:endParaRPr/>
          </a:p>
        </p:txBody>
      </p:sp>
      <p:sp>
        <p:nvSpPr>
          <p:cNvPr id="347" name="Google Shape;347;p21"/>
          <p:cNvSpPr/>
          <p:nvPr/>
        </p:nvSpPr>
        <p:spPr>
          <a:xfrm>
            <a:off x="254000" y="5861050"/>
            <a:ext cx="8902700" cy="4381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1700"/>
              <a:buFont typeface="Arial"/>
              <a:buChar char="•"/>
            </a:pPr>
            <a:r>
              <a:rPr lang="en-US" sz="1700" b="0" dirty="0">
                <a:solidFill>
                  <a:schemeClr val="dk1"/>
                </a:solidFill>
                <a:latin typeface="Verdana"/>
                <a:ea typeface="Verdana"/>
                <a:cs typeface="Verdana"/>
                <a:sym typeface="Verdana"/>
              </a:rPr>
              <a:t>Automation Enables “What-If” Consideration of System Designs</a:t>
            </a:r>
            <a:endParaRPr dirty="0"/>
          </a:p>
          <a:p>
            <a:pPr marL="342900" marR="0" lvl="0" indent="-234950" algn="l" rtl="0">
              <a:lnSpc>
                <a:spcPct val="90000"/>
              </a:lnSpc>
              <a:spcBef>
                <a:spcPts val="765"/>
              </a:spcBef>
              <a:spcAft>
                <a:spcPts val="0"/>
              </a:spcAft>
              <a:buClr>
                <a:srgbClr val="993300"/>
              </a:buClr>
              <a:buSzPts val="1700"/>
              <a:buFont typeface="Arial"/>
              <a:buNone/>
            </a:pPr>
            <a:endParaRPr sz="1700" b="0" dirty="0">
              <a:solidFill>
                <a:schemeClr val="dk1"/>
              </a:solidFill>
              <a:latin typeface="Verdana"/>
              <a:ea typeface="Verdana"/>
              <a:cs typeface="Verdana"/>
              <a:sym typeface="Verdana"/>
            </a:endParaRPr>
          </a:p>
        </p:txBody>
      </p:sp>
      <p:sp>
        <p:nvSpPr>
          <p:cNvPr id="348" name="Google Shape;348;p21"/>
          <p:cNvSpPr/>
          <p:nvPr/>
        </p:nvSpPr>
        <p:spPr>
          <a:xfrm>
            <a:off x="647700" y="5410200"/>
            <a:ext cx="8496300" cy="3492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rgbClr val="990000"/>
              </a:buClr>
              <a:buSzPts val="1800"/>
              <a:buFont typeface="Noto Sans Symbols"/>
              <a:buNone/>
            </a:pPr>
            <a:endParaRPr sz="1800" b="1">
              <a:solidFill>
                <a:srgbClr val="993300"/>
              </a:solidFill>
              <a:latin typeface="Arial"/>
              <a:ea typeface="Arial"/>
              <a:cs typeface="Arial"/>
              <a:sym typeface="Arial"/>
            </a:endParaRPr>
          </a:p>
        </p:txBody>
      </p:sp>
      <p:sp>
        <p:nvSpPr>
          <p:cNvPr id="349" name="Google Shape;349;p21"/>
          <p:cNvSpPr/>
          <p:nvPr/>
        </p:nvSpPr>
        <p:spPr>
          <a:xfrm>
            <a:off x="4677459" y="5087938"/>
            <a:ext cx="3929281" cy="35394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700">
                <a:solidFill>
                  <a:schemeClr val="dk1"/>
                </a:solidFill>
                <a:latin typeface="Verdana"/>
                <a:ea typeface="Verdana"/>
                <a:cs typeface="Verdana"/>
                <a:sym typeface="Verdana"/>
              </a:rPr>
              <a:t>and Digital Controller Architecture</a:t>
            </a:r>
            <a:endParaRPr/>
          </a:p>
        </p:txBody>
      </p:sp>
      <p:sp>
        <p:nvSpPr>
          <p:cNvPr id="350" name="Google Shape;350;p21"/>
          <p:cNvSpPr/>
          <p:nvPr/>
        </p:nvSpPr>
        <p:spPr>
          <a:xfrm>
            <a:off x="254000" y="5467350"/>
            <a:ext cx="8902700" cy="4381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1700"/>
              <a:buFont typeface="Arial"/>
              <a:buChar char="•"/>
            </a:pPr>
            <a:r>
              <a:rPr lang="en-US" sz="1700" b="0">
                <a:solidFill>
                  <a:schemeClr val="dk1"/>
                </a:solidFill>
                <a:latin typeface="Verdana"/>
                <a:ea typeface="Verdana"/>
                <a:cs typeface="Verdana"/>
                <a:sym typeface="Verdana"/>
              </a:rPr>
              <a:t>Integrates System and Safety Engineering About a Common Model</a:t>
            </a:r>
            <a:endParaRPr/>
          </a:p>
        </p:txBody>
      </p:sp>
      <p:sp>
        <p:nvSpPr>
          <p:cNvPr id="351" name="Google Shape;351;p21"/>
          <p:cNvSpPr/>
          <p:nvPr/>
        </p:nvSpPr>
        <p:spPr>
          <a:xfrm>
            <a:off x="5054600" y="4724400"/>
            <a:ext cx="4089400" cy="37465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990000"/>
              </a:buClr>
              <a:buSzPts val="1700"/>
              <a:buFont typeface="Noto Sans Symbols"/>
              <a:buNone/>
            </a:pPr>
            <a:r>
              <a:rPr lang="en-US" sz="1700" b="0">
                <a:solidFill>
                  <a:schemeClr val="dk1"/>
                </a:solidFill>
                <a:latin typeface="Verdana"/>
                <a:ea typeface="Verdana"/>
                <a:cs typeface="Verdana"/>
                <a:sym typeface="Verdana"/>
              </a:rPr>
              <a:t>and the Physical System</a:t>
            </a:r>
            <a:endParaRPr/>
          </a:p>
        </p:txBody>
      </p:sp>
      <p:sp>
        <p:nvSpPr>
          <p:cNvPr id="352" name="Google Shape;352;p21"/>
          <p:cNvSpPr/>
          <p:nvPr/>
        </p:nvSpPr>
        <p:spPr>
          <a:xfrm>
            <a:off x="6172200" y="582364"/>
            <a:ext cx="2971800" cy="1089024"/>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Wheel Braking System</a:t>
            </a:r>
            <a:endParaRPr/>
          </a:p>
          <a:p>
            <a:pPr marL="0" marR="0" lvl="0" indent="0" algn="ctr" rtl="0">
              <a:spcBef>
                <a:spcPts val="0"/>
              </a:spcBef>
              <a:spcAft>
                <a:spcPts val="0"/>
              </a:spcAft>
              <a:buNone/>
            </a:pPr>
            <a:r>
              <a:rPr lang="en-US" sz="1800">
                <a:solidFill>
                  <a:schemeClr val="lt1"/>
                </a:solidFill>
                <a:latin typeface="Arial"/>
                <a:ea typeface="Arial"/>
                <a:cs typeface="Arial"/>
                <a:sym typeface="Arial"/>
              </a:rPr>
              <a:t>AIR6110</a:t>
            </a:r>
            <a:endParaRPr/>
          </a:p>
          <a:p>
            <a:pPr marL="0" marR="0" lvl="0" indent="0" algn="ctr" rtl="0">
              <a:spcBef>
                <a:spcPts val="0"/>
              </a:spcBef>
              <a:spcAft>
                <a:spcPts val="0"/>
              </a:spcAft>
              <a:buNone/>
            </a:pPr>
            <a:r>
              <a:rPr lang="en-US" sz="1200">
                <a:solidFill>
                  <a:schemeClr val="lt1"/>
                </a:solidFill>
                <a:latin typeface="Arial"/>
                <a:ea typeface="Arial"/>
                <a:cs typeface="Arial"/>
                <a:sym typeface="Arial"/>
              </a:rPr>
              <a:t>CONTIGUOUS AIRCRAFT/SYSTEM DEVELOPMENT PROCESS EXAMPLE</a:t>
            </a:r>
            <a:endParaRPr sz="1200">
              <a:solidFill>
                <a:schemeClr val="lt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353" name="TextBox 352"/>
          <p:cNvSpPr txBox="1"/>
          <p:nvPr/>
        </p:nvSpPr>
        <p:spPr>
          <a:xfrm>
            <a:off x="228600" y="6596743"/>
            <a:ext cx="2452916" cy="307777"/>
          </a:xfrm>
          <a:prstGeom prst="rect">
            <a:avLst/>
          </a:prstGeom>
          <a:noFill/>
        </p:spPr>
        <p:txBody>
          <a:bodyPr wrap="none" rtlCol="0">
            <a:spAutoFit/>
          </a:bodyPr>
          <a:lstStyle/>
          <a:p>
            <a:r>
              <a:rPr lang="de-DE" dirty="0" smtClean="0"/>
              <a:t>Adapted from Stephen Miller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anim calcmode="lin" valueType="num">
                                      <p:cBhvr additive="base">
                                        <p:cTn id="7" dur="1000"/>
                                        <p:tgtEl>
                                          <p:spTgt spid="220"/>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351"/>
                                        </p:tgtEl>
                                        <p:attrNameLst>
                                          <p:attrName>style.visibility</p:attrName>
                                        </p:attrNameLst>
                                      </p:cBhvr>
                                      <p:to>
                                        <p:strVal val="visible"/>
                                      </p:to>
                                    </p:set>
                                    <p:anim calcmode="lin" valueType="num">
                                      <p:cBhvr additive="base">
                                        <p:cTn id="10" dur="1000"/>
                                        <p:tgtEl>
                                          <p:spTgt spid="35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333"/>
                                        </p:tgtEl>
                                        <p:attrNameLst>
                                          <p:attrName>style.visibility</p:attrName>
                                        </p:attrNameLst>
                                      </p:cBhvr>
                                      <p:to>
                                        <p:strVal val="visible"/>
                                      </p:to>
                                    </p:set>
                                    <p:anim calcmode="lin" valueType="num">
                                      <p:cBhvr additive="base">
                                        <p:cTn id="15" dur="1000"/>
                                        <p:tgtEl>
                                          <p:spTgt spid="333"/>
                                        </p:tgtEl>
                                        <p:attrNameLst>
                                          <p:attrName>ppt_x</p:attrName>
                                        </p:attrNameLst>
                                      </p:cBhvr>
                                      <p:tavLst>
                                        <p:tav tm="0">
                                          <p:val>
                                            <p:strVal val="#ppt_x+1"/>
                                          </p:val>
                                        </p:tav>
                                        <p:tav tm="100000">
                                          <p:val>
                                            <p:strVal val="#ppt_x"/>
                                          </p:val>
                                        </p:tav>
                                      </p:tavLst>
                                    </p:anim>
                                  </p:childTnLst>
                                </p:cTn>
                              </p:par>
                              <p:par>
                                <p:cTn id="16" presetID="2" presetClass="entr" presetSubtype="8" fill="hold" nodeType="withEffect">
                                  <p:stCondLst>
                                    <p:cond delay="0"/>
                                  </p:stCondLst>
                                  <p:childTnLst>
                                    <p:set>
                                      <p:cBhvr>
                                        <p:cTn id="17" dur="1" fill="hold">
                                          <p:stCondLst>
                                            <p:cond delay="0"/>
                                          </p:stCondLst>
                                        </p:cTn>
                                        <p:tgtEl>
                                          <p:spTgt spid="169">
                                            <p:txEl>
                                              <p:pRg st="0" end="0"/>
                                            </p:txEl>
                                          </p:spTgt>
                                        </p:tgtEl>
                                        <p:attrNameLst>
                                          <p:attrName>style.visibility</p:attrName>
                                        </p:attrNameLst>
                                      </p:cBhvr>
                                      <p:to>
                                        <p:strVal val="visible"/>
                                      </p:to>
                                    </p:set>
                                    <p:anim calcmode="lin" valueType="num">
                                      <p:cBhvr additive="base">
                                        <p:cTn id="18" dur="1000"/>
                                        <p:tgtEl>
                                          <p:spTgt spid="16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23"/>
                                        </p:tgtEl>
                                        <p:attrNameLst>
                                          <p:attrName>style.visibility</p:attrName>
                                        </p:attrNameLst>
                                      </p:cBhvr>
                                      <p:to>
                                        <p:strVal val="visible"/>
                                      </p:to>
                                    </p:set>
                                    <p:anim calcmode="lin" valueType="num">
                                      <p:cBhvr additive="base">
                                        <p:cTn id="23" dur="1000"/>
                                        <p:tgtEl>
                                          <p:spTgt spid="323"/>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349"/>
                                        </p:tgtEl>
                                        <p:attrNameLst>
                                          <p:attrName>style.visibility</p:attrName>
                                        </p:attrNameLst>
                                      </p:cBhvr>
                                      <p:to>
                                        <p:strVal val="visible"/>
                                      </p:to>
                                    </p:set>
                                    <p:anim calcmode="lin" valueType="num">
                                      <p:cBhvr additive="base">
                                        <p:cTn id="26" dur="1000"/>
                                        <p:tgtEl>
                                          <p:spTgt spid="349"/>
                                        </p:tgtEl>
                                        <p:attrNameLst>
                                          <p:attrName>ppt_x</p:attrName>
                                        </p:attrNameLst>
                                      </p:cBhvr>
                                      <p:tavLst>
                                        <p:tav tm="0">
                                          <p:val>
                                            <p:strVal val="#ppt_x+1"/>
                                          </p:val>
                                        </p:tav>
                                        <p:tav tm="100000">
                                          <p:val>
                                            <p:strVal val="#ppt_x"/>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smtClean="0"/>
              <a:t>Fault and Failure Definitions</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4" name="Google Shape;358;p22"/>
          <p:cNvSpPr txBox="1">
            <a:spLocks/>
          </p:cNvSpPr>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Clr>
                <a:schemeClr val="dk1"/>
              </a:buClr>
              <a:buSzPts val="1800"/>
              <a:buFont typeface="Verdana"/>
              <a:buChar char="•"/>
            </a:pPr>
            <a:r>
              <a:rPr lang="de-DE" sz="2000" dirty="0" smtClean="0"/>
              <a:t>Fault: something can go wrong. When that happens, we have a</a:t>
            </a:r>
          </a:p>
          <a:p>
            <a:pPr marL="342900" indent="-342900">
              <a:buClr>
                <a:schemeClr val="dk1"/>
              </a:buClr>
              <a:buSzPts val="1800"/>
              <a:buFont typeface="Verdana"/>
              <a:buChar char="•"/>
            </a:pPr>
            <a:r>
              <a:rPr lang="de-DE" sz="2000" dirty="0" smtClean="0"/>
              <a:t>Failure: The corrupted state of the component is observable.</a:t>
            </a:r>
          </a:p>
          <a:p>
            <a:pPr marL="342900" indent="-342900">
              <a:buClr>
                <a:schemeClr val="dk1"/>
              </a:buClr>
              <a:buSzPts val="1800"/>
              <a:buFont typeface="Verdana"/>
              <a:buChar char="•"/>
            </a:pPr>
            <a:endParaRPr lang="de-DE" sz="2000" dirty="0"/>
          </a:p>
          <a:p>
            <a:pPr marL="342900" indent="-342900">
              <a:buClr>
                <a:schemeClr val="dk1"/>
              </a:buClr>
              <a:buSzPts val="1800"/>
              <a:buFont typeface="Verdana"/>
              <a:buChar char="•"/>
            </a:pPr>
            <a:r>
              <a:rPr lang="de-DE" sz="2000" dirty="0" smtClean="0"/>
              <a:t>A failure may only be observable on a component level. It may or may not lead to a top level system failure.</a:t>
            </a:r>
          </a:p>
          <a:p>
            <a:pPr marL="342900" indent="-342900">
              <a:buClr>
                <a:schemeClr val="dk1"/>
              </a:buClr>
              <a:buSzPts val="1800"/>
              <a:buFont typeface="Verdana"/>
              <a:buChar char="•"/>
            </a:pPr>
            <a:r>
              <a:rPr lang="de-DE" sz="2000" dirty="0" smtClean="0"/>
              <a:t>This failure state can be propagated from the component to other components and may propagate to the top level of the system. </a:t>
            </a:r>
            <a:endParaRPr lang="en-US" sz="2000" dirty="0"/>
          </a:p>
        </p:txBody>
      </p:sp>
    </p:spTree>
    <p:extLst>
      <p:ext uri="{BB962C8B-B14F-4D97-AF65-F5344CB8AC3E}">
        <p14:creationId xmlns:p14="http://schemas.microsoft.com/office/powerpoint/2010/main" val="2432328419"/>
      </p:ext>
    </p:extLst>
  </p:cSld>
  <p:clrMapOvr>
    <a:masterClrMapping/>
  </p:clrMapOvr>
  <p:transition>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5"/>
          <p:cNvSpPr txBox="1">
            <a:spLocks noGrp="1"/>
          </p:cNvSpPr>
          <p:nvPr>
            <p:ph type="title"/>
          </p:nvPr>
        </p:nvSpPr>
        <p:spPr>
          <a:xfrm>
            <a:off x="762000" y="838200"/>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a:t>Conceptions of MBSA</a:t>
            </a:r>
            <a:endParaRPr sz="2400"/>
          </a:p>
        </p:txBody>
      </p:sp>
      <p:sp>
        <p:nvSpPr>
          <p:cNvPr id="379" name="Google Shape;379;p25"/>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dirty="0"/>
              <a:t>Failure propagations: </a:t>
            </a:r>
            <a:endParaRPr dirty="0"/>
          </a:p>
          <a:p>
            <a:pPr marL="0" lvl="0" indent="0" algn="l" rtl="0">
              <a:spcBef>
                <a:spcPts val="360"/>
              </a:spcBef>
              <a:spcAft>
                <a:spcPts val="0"/>
              </a:spcAft>
              <a:buClr>
                <a:schemeClr val="dk1"/>
              </a:buClr>
              <a:buSzPts val="1800"/>
              <a:buFont typeface="Verdana"/>
              <a:buNone/>
            </a:pPr>
            <a:r>
              <a:rPr lang="en-US" dirty="0"/>
              <a:t>	Failure Logic Modeling (FLM)</a:t>
            </a:r>
            <a:endParaRPr dirty="0"/>
          </a:p>
          <a:p>
            <a:pPr marL="0" lvl="0" indent="0" algn="l" rtl="0">
              <a:spcBef>
                <a:spcPts val="360"/>
              </a:spcBef>
              <a:spcAft>
                <a:spcPts val="0"/>
              </a:spcAft>
              <a:buClr>
                <a:schemeClr val="dk1"/>
              </a:buClr>
              <a:buSzPts val="1800"/>
              <a:buFont typeface="Verdana"/>
              <a:buNone/>
            </a:pPr>
            <a:r>
              <a:rPr lang="en-US" dirty="0"/>
              <a:t>	Failure Effect Modeling (FEM)</a:t>
            </a:r>
            <a:endParaRPr dirty="0"/>
          </a:p>
          <a:p>
            <a:pPr marL="0" lvl="0" indent="0" algn="l" rtl="0">
              <a:spcBef>
                <a:spcPts val="360"/>
              </a:spcBef>
              <a:spcAft>
                <a:spcPts val="0"/>
              </a:spcAft>
              <a:buClr>
                <a:schemeClr val="dk1"/>
              </a:buClr>
              <a:buSzPts val="1800"/>
              <a:buFont typeface="Verdana"/>
              <a:buNone/>
            </a:pPr>
            <a:r>
              <a:rPr lang="en-US" dirty="0"/>
              <a:t>		 Directional vs Bidirectional flows </a:t>
            </a:r>
            <a:endParaRPr dirty="0"/>
          </a:p>
          <a:p>
            <a:pPr marL="342900" lvl="0" indent="-342900" algn="l" rtl="0">
              <a:spcBef>
                <a:spcPts val="360"/>
              </a:spcBef>
              <a:spcAft>
                <a:spcPts val="0"/>
              </a:spcAft>
              <a:buClr>
                <a:schemeClr val="dk1"/>
              </a:buClr>
              <a:buSzPts val="1800"/>
              <a:buFont typeface="Verdana"/>
              <a:buChar char="•"/>
            </a:pPr>
            <a:r>
              <a:rPr lang="en-US" dirty="0"/>
              <a:t>Purpose Built Fault Model vs Extension of System Model</a:t>
            </a:r>
            <a:endParaRPr dirty="0"/>
          </a:p>
          <a:p>
            <a:pPr marL="342900" lvl="0" indent="-342900" algn="l" rtl="0">
              <a:spcBef>
                <a:spcPts val="360"/>
              </a:spcBef>
              <a:spcAft>
                <a:spcPts val="0"/>
              </a:spcAft>
              <a:buClr>
                <a:schemeClr val="dk1"/>
              </a:buClr>
              <a:buSzPts val="1800"/>
              <a:buFont typeface="Verdana"/>
              <a:buChar char="•"/>
            </a:pPr>
            <a:r>
              <a:rPr lang="en-US" dirty="0"/>
              <a:t>Compositional Analysis or Monolithic Analysis</a:t>
            </a:r>
            <a:endParaRPr dirty="0"/>
          </a:p>
          <a:p>
            <a:pPr marL="342900" lvl="0" indent="-228600" algn="l" rtl="0">
              <a:spcBef>
                <a:spcPts val="360"/>
              </a:spcBef>
              <a:spcAft>
                <a:spcPts val="0"/>
              </a:spcAft>
              <a:buClr>
                <a:schemeClr val="dk1"/>
              </a:buClr>
              <a:buSzPts val="1800"/>
              <a:buFont typeface="Verdana"/>
              <a:buNone/>
            </a:pPr>
            <a:endParaRPr dirty="0"/>
          </a:p>
        </p:txBody>
      </p:sp>
      <p:sp>
        <p:nvSpPr>
          <p:cNvPr id="380" name="Google Shape;380;p25"/>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384"/>
        <p:cNvGrpSpPr/>
        <p:nvPr/>
      </p:nvGrpSpPr>
      <p:grpSpPr>
        <a:xfrm>
          <a:off x="0" y="0"/>
          <a:ext cx="0" cy="0"/>
          <a:chOff x="0" y="0"/>
          <a:chExt cx="0" cy="0"/>
        </a:xfrm>
      </p:grpSpPr>
      <p:sp>
        <p:nvSpPr>
          <p:cNvPr id="385" name="Google Shape;385;p26"/>
          <p:cNvSpPr txBox="1">
            <a:spLocks noGrp="1"/>
          </p:cNvSpPr>
          <p:nvPr>
            <p:ph type="title"/>
          </p:nvPr>
        </p:nvSpPr>
        <p:spPr>
          <a:xfrm>
            <a:off x="762000" y="838200"/>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a:t>Existing Tools and Methods</a:t>
            </a:r>
            <a:endParaRPr sz="2400"/>
          </a:p>
        </p:txBody>
      </p:sp>
      <p:sp>
        <p:nvSpPr>
          <p:cNvPr id="386" name="Google Shape;386;p26"/>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387" name="Google Shape;387;p26"/>
          <p:cNvGraphicFramePr/>
          <p:nvPr/>
        </p:nvGraphicFramePr>
        <p:xfrm>
          <a:off x="228599" y="1371601"/>
          <a:ext cx="8534400" cy="4615905"/>
        </p:xfrm>
        <a:graphic>
          <a:graphicData uri="http://schemas.openxmlformats.org/drawingml/2006/table">
            <a:tbl>
              <a:tblPr firstRow="1" bandRow="1">
                <a:noFill/>
                <a:tableStyleId>{2BAB2346-65C5-4B47-8DC6-E3ACFE488C60}</a:tableStyleId>
              </a:tblPr>
              <a:tblGrid>
                <a:gridCol w="1524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gridCol w="777375">
                  <a:extLst>
                    <a:ext uri="{9D8B030D-6E8A-4147-A177-3AD203B41FA5}">
                      <a16:colId xmlns:a16="http://schemas.microsoft.com/office/drawing/2014/main" val="20004"/>
                    </a:ext>
                  </a:extLst>
                </a:gridCol>
                <a:gridCol w="782975">
                  <a:extLst>
                    <a:ext uri="{9D8B030D-6E8A-4147-A177-3AD203B41FA5}">
                      <a16:colId xmlns:a16="http://schemas.microsoft.com/office/drawing/2014/main" val="20005"/>
                    </a:ext>
                  </a:extLst>
                </a:gridCol>
                <a:gridCol w="704675">
                  <a:extLst>
                    <a:ext uri="{9D8B030D-6E8A-4147-A177-3AD203B41FA5}">
                      <a16:colId xmlns:a16="http://schemas.microsoft.com/office/drawing/2014/main" val="20006"/>
                    </a:ext>
                  </a:extLst>
                </a:gridCol>
                <a:gridCol w="782975">
                  <a:extLst>
                    <a:ext uri="{9D8B030D-6E8A-4147-A177-3AD203B41FA5}">
                      <a16:colId xmlns:a16="http://schemas.microsoft.com/office/drawing/2014/main" val="20007"/>
                    </a:ext>
                  </a:extLst>
                </a:gridCol>
              </a:tblGrid>
              <a:tr h="1022675">
                <a:tc>
                  <a:txBody>
                    <a:bodyPr/>
                    <a:lstStyle/>
                    <a:p>
                      <a:pPr marL="0" marR="0" lvl="0" indent="0" algn="ctr" rtl="0">
                        <a:spcBef>
                          <a:spcPts val="0"/>
                        </a:spcBef>
                        <a:spcAft>
                          <a:spcPts val="0"/>
                        </a:spcAft>
                        <a:buNone/>
                      </a:pP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FLM</a:t>
                      </a: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FEM : Directional</a:t>
                      </a: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FEM: </a:t>
                      </a:r>
                      <a:endParaRPr/>
                    </a:p>
                    <a:p>
                      <a:pPr marL="0" marR="0" lvl="0" indent="0" algn="ctr" rtl="0">
                        <a:spcBef>
                          <a:spcPts val="0"/>
                        </a:spcBef>
                        <a:spcAft>
                          <a:spcPts val="0"/>
                        </a:spcAft>
                        <a:buNone/>
                      </a:pPr>
                      <a:r>
                        <a:rPr lang="en-US" sz="1600" u="none" strike="noStrike" cap="none">
                          <a:solidFill>
                            <a:schemeClr val="dk1"/>
                          </a:solidFill>
                        </a:rPr>
                        <a:t>Bidirectional</a:t>
                      </a: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M</a:t>
                      </a: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C</a:t>
                      </a: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PB</a:t>
                      </a:r>
                      <a:endParaRPr sz="1600"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u="none" strike="noStrike" cap="none">
                          <a:solidFill>
                            <a:schemeClr val="dk1"/>
                          </a:solidFill>
                        </a:rPr>
                        <a:t>ESM</a:t>
                      </a:r>
                      <a:endParaRPr sz="1600" u="none" strike="noStrike" cap="none">
                        <a:solidFill>
                          <a:schemeClr val="dk1"/>
                        </a:solidFill>
                      </a:endParaRPr>
                    </a:p>
                  </a:txBody>
                  <a:tcPr marL="91450" marR="91450" marT="45725" marB="45725">
                    <a:solidFill>
                      <a:srgbClr val="E0EFBD"/>
                    </a:solidFill>
                  </a:tcPr>
                </a:tc>
                <a:extLst>
                  <a:ext uri="{0D108BD9-81ED-4DB2-BD59-A6C34878D82A}">
                    <a16:rowId xmlns:a16="http://schemas.microsoft.com/office/drawing/2014/main" val="10000"/>
                  </a:ext>
                </a:extLst>
              </a:tr>
              <a:tr h="436500">
                <a:tc>
                  <a:txBody>
                    <a:bodyPr/>
                    <a:lstStyle/>
                    <a:p>
                      <a:pPr marL="0" marR="0" lvl="0" indent="0" algn="ctr" rtl="0">
                        <a:spcBef>
                          <a:spcPts val="0"/>
                        </a:spcBef>
                        <a:spcAft>
                          <a:spcPts val="0"/>
                        </a:spcAft>
                        <a:buNone/>
                      </a:pPr>
                      <a:r>
                        <a:rPr lang="en-US" sz="1600" b="1" u="none" strike="noStrike" cap="none">
                          <a:solidFill>
                            <a:schemeClr val="dk1"/>
                          </a:solidFill>
                        </a:rPr>
                        <a:t>EMV2</a:t>
                      </a:r>
                      <a:endParaRPr sz="1600" b="1"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u="none" strike="noStrike" cap="none">
                          <a:solidFill>
                            <a:schemeClr val="dk1"/>
                          </a:solidFill>
                          <a:latin typeface="Verdana"/>
                          <a:ea typeface="Verdana"/>
                          <a:cs typeface="Verdana"/>
                          <a:sym typeface="Verdana"/>
                        </a:rPr>
                        <a:t>AADL</a:t>
                      </a:r>
                      <a:endParaRPr/>
                    </a:p>
                  </a:txBody>
                  <a:tcPr marL="91450" marR="91450" marT="45725" marB="45725">
                    <a:solidFill>
                      <a:srgbClr val="F2F2F2"/>
                    </a:solidFill>
                  </a:tcPr>
                </a:tc>
                <a:extLst>
                  <a:ext uri="{0D108BD9-81ED-4DB2-BD59-A6C34878D82A}">
                    <a16:rowId xmlns:a16="http://schemas.microsoft.com/office/drawing/2014/main" val="10001"/>
                  </a:ext>
                </a:extLst>
              </a:tr>
              <a:tr h="535275">
                <a:tc>
                  <a:txBody>
                    <a:bodyPr/>
                    <a:lstStyle/>
                    <a:p>
                      <a:pPr marL="0" marR="0" lvl="0" indent="0" algn="ctr" rtl="0">
                        <a:spcBef>
                          <a:spcPts val="0"/>
                        </a:spcBef>
                        <a:spcAft>
                          <a:spcPts val="0"/>
                        </a:spcAft>
                        <a:buNone/>
                      </a:pPr>
                      <a:r>
                        <a:rPr lang="en-US" sz="1600" b="1" u="none" strike="noStrike" cap="none">
                          <a:solidFill>
                            <a:schemeClr val="dk1"/>
                          </a:solidFill>
                        </a:rPr>
                        <a:t>Compass</a:t>
                      </a:r>
                      <a:endParaRPr sz="1600" b="1" u="none" strike="noStrike" cap="none">
                        <a:solidFill>
                          <a:schemeClr val="dk1"/>
                        </a:solidFill>
                      </a:endParaRPr>
                    </a:p>
                  </a:txBody>
                  <a:tcPr marL="91450" marR="91450" marT="45725" marB="45725">
                    <a:solidFill>
                      <a:srgbClr val="E0EFBD"/>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Verdana"/>
                        <a:buNone/>
                      </a:pP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Verdana"/>
                        <a:buNone/>
                      </a:pP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u="none" strike="noStrike" cap="none">
                          <a:solidFill>
                            <a:schemeClr val="dk1"/>
                          </a:solidFill>
                          <a:latin typeface="Verdana"/>
                          <a:ea typeface="Verdana"/>
                          <a:cs typeface="Verdana"/>
                          <a:sym typeface="Verdana"/>
                        </a:rPr>
                        <a:t>SLIM</a:t>
                      </a:r>
                      <a:endParaRPr/>
                    </a:p>
                  </a:txBody>
                  <a:tcPr marL="91450" marR="91450" marT="45725" marB="45725">
                    <a:solidFill>
                      <a:srgbClr val="F2F2F2"/>
                    </a:solidFill>
                  </a:tcPr>
                </a:tc>
                <a:extLst>
                  <a:ext uri="{0D108BD9-81ED-4DB2-BD59-A6C34878D82A}">
                    <a16:rowId xmlns:a16="http://schemas.microsoft.com/office/drawing/2014/main" val="10002"/>
                  </a:ext>
                </a:extLst>
              </a:tr>
              <a:tr h="535275">
                <a:tc>
                  <a:txBody>
                    <a:bodyPr/>
                    <a:lstStyle/>
                    <a:p>
                      <a:pPr marL="0" marR="0" lvl="0" indent="0" algn="ctr" rtl="0">
                        <a:spcBef>
                          <a:spcPts val="0"/>
                        </a:spcBef>
                        <a:spcAft>
                          <a:spcPts val="0"/>
                        </a:spcAft>
                        <a:buNone/>
                      </a:pPr>
                      <a:r>
                        <a:rPr lang="en-US" sz="1600" b="1" u="none" strike="noStrike" cap="none">
                          <a:solidFill>
                            <a:schemeClr val="dk1"/>
                          </a:solidFill>
                        </a:rPr>
                        <a:t>SmartIFlow</a:t>
                      </a:r>
                      <a:endParaRPr sz="1600" b="1"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extLst>
                  <a:ext uri="{0D108BD9-81ED-4DB2-BD59-A6C34878D82A}">
                    <a16:rowId xmlns:a16="http://schemas.microsoft.com/office/drawing/2014/main" val="10003"/>
                  </a:ext>
                </a:extLst>
              </a:tr>
              <a:tr h="436500">
                <a:tc>
                  <a:txBody>
                    <a:bodyPr/>
                    <a:lstStyle/>
                    <a:p>
                      <a:pPr marL="0" marR="0" lvl="0" indent="0" algn="ctr" rtl="0">
                        <a:spcBef>
                          <a:spcPts val="0"/>
                        </a:spcBef>
                        <a:spcAft>
                          <a:spcPts val="0"/>
                        </a:spcAft>
                        <a:buNone/>
                      </a:pPr>
                      <a:r>
                        <a:rPr lang="en-US" sz="1600" b="1" u="none" strike="noStrike" cap="none">
                          <a:solidFill>
                            <a:schemeClr val="dk1"/>
                          </a:solidFill>
                        </a:rPr>
                        <a:t>SAML</a:t>
                      </a:r>
                      <a:endParaRPr sz="1600" b="1"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extLst>
                  <a:ext uri="{0D108BD9-81ED-4DB2-BD59-A6C34878D82A}">
                    <a16:rowId xmlns:a16="http://schemas.microsoft.com/office/drawing/2014/main" val="10004"/>
                  </a:ext>
                </a:extLst>
              </a:tr>
              <a:tr h="535275">
                <a:tc>
                  <a:txBody>
                    <a:bodyPr/>
                    <a:lstStyle/>
                    <a:p>
                      <a:pPr marL="0" marR="0" lvl="0" indent="0" algn="ctr" rtl="0">
                        <a:spcBef>
                          <a:spcPts val="0"/>
                        </a:spcBef>
                        <a:spcAft>
                          <a:spcPts val="0"/>
                        </a:spcAft>
                        <a:buNone/>
                      </a:pPr>
                      <a:r>
                        <a:rPr lang="en-US" sz="1600" b="1" u="none" strike="noStrike" cap="none">
                          <a:solidFill>
                            <a:schemeClr val="dk1"/>
                          </a:solidFill>
                        </a:rPr>
                        <a:t>AltaRica</a:t>
                      </a:r>
                      <a:endParaRPr sz="1600" b="1" u="none" strike="noStrike" cap="none">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extLst>
                  <a:ext uri="{0D108BD9-81ED-4DB2-BD59-A6C34878D82A}">
                    <a16:rowId xmlns:a16="http://schemas.microsoft.com/office/drawing/2014/main" val="10005"/>
                  </a:ext>
                </a:extLst>
              </a:tr>
              <a:tr h="535275">
                <a:tc>
                  <a:txBody>
                    <a:bodyPr/>
                    <a:lstStyle/>
                    <a:p>
                      <a:pPr marL="0" marR="0" lvl="0" indent="0" algn="ctr" rtl="0">
                        <a:spcBef>
                          <a:spcPts val="0"/>
                        </a:spcBef>
                        <a:spcAft>
                          <a:spcPts val="0"/>
                        </a:spcAft>
                        <a:buNone/>
                      </a:pPr>
                      <a:r>
                        <a:rPr lang="en-US" sz="1600" b="1" u="none" strike="noStrike" cap="none">
                          <a:solidFill>
                            <a:schemeClr val="dk1"/>
                          </a:solidFill>
                        </a:rPr>
                        <a:t>HipHops</a:t>
                      </a:r>
                      <a:endParaRPr sz="1600" b="1" u="none" strike="noStrike" cap="none">
                        <a:solidFill>
                          <a:schemeClr val="dk1"/>
                        </a:solidFill>
                      </a:endParaRPr>
                    </a:p>
                  </a:txBody>
                  <a:tcPr marL="91450" marR="91450" marT="45725" marB="45725">
                    <a:solidFill>
                      <a:srgbClr val="E0EFBD"/>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u="none" strike="noStrike" cap="none">
                          <a:solidFill>
                            <a:schemeClr val="dk1"/>
                          </a:solidFill>
                          <a:latin typeface="Noto Sans Symbols"/>
                          <a:ea typeface="Noto Sans Symbols"/>
                          <a:cs typeface="Noto Sans Symbols"/>
                          <a:sym typeface="Noto Sans Symbols"/>
                        </a:rPr>
                        <a:t>✓</a:t>
                      </a: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u="none" strike="noStrike" cap="none">
                          <a:solidFill>
                            <a:schemeClr val="dk1"/>
                          </a:solidFill>
                          <a:latin typeface="Verdana"/>
                          <a:ea typeface="Verdana"/>
                          <a:cs typeface="Verdana"/>
                          <a:sym typeface="Verdana"/>
                        </a:rPr>
                        <a:t>East-ADL</a:t>
                      </a:r>
                      <a:endParaRPr/>
                    </a:p>
                  </a:txBody>
                  <a:tcPr marL="91450" marR="91450" marT="45725" marB="45725">
                    <a:solidFill>
                      <a:srgbClr val="F2F2F2"/>
                    </a:solidFill>
                  </a:tcPr>
                </a:tc>
                <a:extLst>
                  <a:ext uri="{0D108BD9-81ED-4DB2-BD59-A6C34878D82A}">
                    <a16:rowId xmlns:a16="http://schemas.microsoft.com/office/drawing/2014/main" val="10006"/>
                  </a:ext>
                </a:extLst>
              </a:tr>
              <a:tr h="535275">
                <a:tc>
                  <a:txBody>
                    <a:bodyPr/>
                    <a:lstStyle/>
                    <a:p>
                      <a:pPr marL="0" marR="0" lvl="0" indent="0" algn="ctr" rtl="0">
                        <a:spcBef>
                          <a:spcPts val="0"/>
                        </a:spcBef>
                        <a:spcAft>
                          <a:spcPts val="0"/>
                        </a:spcAft>
                        <a:buNone/>
                      </a:pPr>
                      <a:endParaRPr sz="1600" b="1" u="none" strike="noStrike" cap="none" dirty="0">
                        <a:solidFill>
                          <a:schemeClr val="dk1"/>
                        </a:solidFill>
                      </a:endParaRPr>
                    </a:p>
                  </a:txBody>
                  <a:tcPr marL="91450" marR="91450" marT="45725" marB="45725">
                    <a:solidFill>
                      <a:srgbClr val="E0EFBD"/>
                    </a:solidFill>
                  </a:tcPr>
                </a:tc>
                <a:tc>
                  <a:txBody>
                    <a:bodyPr/>
                    <a:lstStyle/>
                    <a:p>
                      <a:pPr marL="0" marR="0" lvl="0" indent="0" algn="ctr" rtl="0">
                        <a:lnSpc>
                          <a:spcPct val="100000"/>
                        </a:lnSpc>
                        <a:spcBef>
                          <a:spcPts val="0"/>
                        </a:spcBef>
                        <a:spcAft>
                          <a:spcPts val="0"/>
                        </a:spcAft>
                        <a:buClr>
                          <a:schemeClr val="dk1"/>
                        </a:buClr>
                        <a:buSzPts val="1800"/>
                        <a:buFont typeface="Verdana"/>
                        <a:buNone/>
                      </a:pP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Verdana"/>
                        <a:buNone/>
                      </a:pPr>
                      <a:endParaRPr sz="1800" u="none" strike="noStrike" cap="none">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solidFill>
                      <a:srgbClr val="F2F2F2"/>
                    </a:solidFill>
                  </a:tcPr>
                </a:tc>
                <a:tc>
                  <a:txBody>
                    <a:bodyPr/>
                    <a:lstStyle/>
                    <a:p>
                      <a:pPr marL="0" marR="0" lvl="0" indent="0" algn="l" rtl="0">
                        <a:spcBef>
                          <a:spcPts val="0"/>
                        </a:spcBef>
                        <a:spcAft>
                          <a:spcPts val="0"/>
                        </a:spcAft>
                        <a:buNone/>
                      </a:pPr>
                      <a:endParaRPr sz="1800"/>
                    </a:p>
                  </a:txBody>
                  <a:tcPr marL="91450" marR="91450" marT="45725" marB="45725">
                    <a:solidFill>
                      <a:srgbClr val="F2F2F2"/>
                    </a:solidFill>
                  </a:tcPr>
                </a:tc>
                <a:tc>
                  <a:txBody>
                    <a:bodyPr/>
                    <a:lstStyle/>
                    <a:p>
                      <a:pPr marL="0" marR="0" lvl="0" indent="0" algn="l" rtl="0">
                        <a:spcBef>
                          <a:spcPts val="0"/>
                        </a:spcBef>
                        <a:spcAft>
                          <a:spcPts val="0"/>
                        </a:spcAft>
                        <a:buNone/>
                      </a:pPr>
                      <a:endParaRPr sz="1800"/>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Verdana"/>
                        <a:buNone/>
                      </a:pPr>
                      <a:endParaRPr sz="1800" dirty="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extLst>
                  <a:ext uri="{0D108BD9-81ED-4DB2-BD59-A6C34878D82A}">
                    <a16:rowId xmlns:a16="http://schemas.microsoft.com/office/drawing/2014/main" val="10007"/>
                  </a:ext>
                </a:extLst>
              </a:tr>
            </a:tbl>
          </a:graphicData>
        </a:graphic>
      </p:graphicFrame>
    </p:spTree>
  </p:cSld>
  <p:clrMapOvr>
    <a:masterClrMapping/>
  </p:clrMapOvr>
  <p:transition>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7"/>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Where does the our research fit?</a:t>
            </a:r>
            <a:endParaRPr/>
          </a:p>
        </p:txBody>
      </p:sp>
      <p:sp>
        <p:nvSpPr>
          <p:cNvPr id="393" name="Google Shape;393;p27"/>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a:t>Extend System Model  </a:t>
            </a:r>
            <a:endParaRPr/>
          </a:p>
          <a:p>
            <a:pPr marL="342900" lvl="0" indent="-342900" algn="l" rtl="0">
              <a:spcBef>
                <a:spcPts val="360"/>
              </a:spcBef>
              <a:spcAft>
                <a:spcPts val="0"/>
              </a:spcAft>
              <a:buClr>
                <a:schemeClr val="dk1"/>
              </a:buClr>
              <a:buSzPts val="1800"/>
              <a:buFont typeface="Verdana"/>
              <a:buChar char="•"/>
            </a:pPr>
            <a:r>
              <a:rPr lang="en-US"/>
              <a:t>Compositional and Monolithic Analysis</a:t>
            </a:r>
            <a:endParaRPr/>
          </a:p>
          <a:p>
            <a:pPr marL="342900" lvl="0" indent="-342900" algn="l" rtl="0">
              <a:spcBef>
                <a:spcPts val="360"/>
              </a:spcBef>
              <a:spcAft>
                <a:spcPts val="0"/>
              </a:spcAft>
              <a:buClr>
                <a:schemeClr val="dk1"/>
              </a:buClr>
              <a:buSzPts val="1800"/>
              <a:buFont typeface="Verdana"/>
              <a:buChar char="•"/>
            </a:pPr>
            <a:r>
              <a:rPr lang="en-US"/>
              <a:t>Implicit and Explicit Failure Propagation (FEM and FLM) </a:t>
            </a:r>
            <a:endParaRPr/>
          </a:p>
        </p:txBody>
      </p:sp>
      <p:sp>
        <p:nvSpPr>
          <p:cNvPr id="394" name="Google Shape;394;p27"/>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transition>
    <p:fade thruBlk="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8"/>
          <p:cNvSpPr txBox="1">
            <a:spLocks noGrp="1"/>
          </p:cNvSpPr>
          <p:nvPr>
            <p:ph type="title"/>
          </p:nvPr>
        </p:nvSpPr>
        <p:spPr>
          <a:xfrm>
            <a:off x="762000" y="838200"/>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a:t>Existing Tools and Methods</a:t>
            </a:r>
            <a:endParaRPr sz="2400"/>
          </a:p>
        </p:txBody>
      </p:sp>
      <p:sp>
        <p:nvSpPr>
          <p:cNvPr id="400" name="Google Shape;400;p28"/>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graphicFrame>
        <p:nvGraphicFramePr>
          <p:cNvPr id="401" name="Google Shape;401;p28"/>
          <p:cNvGraphicFramePr/>
          <p:nvPr/>
        </p:nvGraphicFramePr>
        <p:xfrm>
          <a:off x="228599" y="1371601"/>
          <a:ext cx="8534400" cy="4659760"/>
        </p:xfrm>
        <a:graphic>
          <a:graphicData uri="http://schemas.openxmlformats.org/drawingml/2006/table">
            <a:tbl>
              <a:tblPr firstRow="1" bandRow="1">
                <a:noFill/>
                <a:tableStyleId>{2BAB2346-65C5-4B47-8DC6-E3ACFE488C60}</a:tableStyleId>
              </a:tblPr>
              <a:tblGrid>
                <a:gridCol w="1524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gridCol w="777375">
                  <a:extLst>
                    <a:ext uri="{9D8B030D-6E8A-4147-A177-3AD203B41FA5}">
                      <a16:colId xmlns:a16="http://schemas.microsoft.com/office/drawing/2014/main" val="20004"/>
                    </a:ext>
                  </a:extLst>
                </a:gridCol>
                <a:gridCol w="782975">
                  <a:extLst>
                    <a:ext uri="{9D8B030D-6E8A-4147-A177-3AD203B41FA5}">
                      <a16:colId xmlns:a16="http://schemas.microsoft.com/office/drawing/2014/main" val="20005"/>
                    </a:ext>
                  </a:extLst>
                </a:gridCol>
                <a:gridCol w="704675">
                  <a:extLst>
                    <a:ext uri="{9D8B030D-6E8A-4147-A177-3AD203B41FA5}">
                      <a16:colId xmlns:a16="http://schemas.microsoft.com/office/drawing/2014/main" val="20006"/>
                    </a:ext>
                  </a:extLst>
                </a:gridCol>
                <a:gridCol w="782975">
                  <a:extLst>
                    <a:ext uri="{9D8B030D-6E8A-4147-A177-3AD203B41FA5}">
                      <a16:colId xmlns:a16="http://schemas.microsoft.com/office/drawing/2014/main" val="20007"/>
                    </a:ext>
                  </a:extLst>
                </a:gridCol>
              </a:tblGrid>
              <a:tr h="1022675">
                <a:tc>
                  <a:txBody>
                    <a:bodyPr/>
                    <a:lstStyle/>
                    <a:p>
                      <a:pPr marL="0" marR="0" lvl="0" indent="0" algn="ctr" rtl="0">
                        <a:spcBef>
                          <a:spcPts val="0"/>
                        </a:spcBef>
                        <a:spcAft>
                          <a:spcPts val="0"/>
                        </a:spcAft>
                        <a:buNone/>
                      </a:pP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FLM</a:t>
                      </a: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FEM : Directional</a:t>
                      </a: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FEM: </a:t>
                      </a:r>
                      <a:endParaRPr/>
                    </a:p>
                    <a:p>
                      <a:pPr marL="0" marR="0" lvl="0" indent="0" algn="ctr" rtl="0">
                        <a:spcBef>
                          <a:spcPts val="0"/>
                        </a:spcBef>
                        <a:spcAft>
                          <a:spcPts val="0"/>
                        </a:spcAft>
                        <a:buNone/>
                      </a:pPr>
                      <a:r>
                        <a:rPr lang="en-US" sz="1600">
                          <a:solidFill>
                            <a:schemeClr val="dk1"/>
                          </a:solidFill>
                        </a:rPr>
                        <a:t>Bidirectional</a:t>
                      </a: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M</a:t>
                      </a: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C</a:t>
                      </a: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PB</a:t>
                      </a:r>
                      <a:endParaRPr sz="1600">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600">
                          <a:solidFill>
                            <a:schemeClr val="dk1"/>
                          </a:solidFill>
                        </a:rPr>
                        <a:t>ESM</a:t>
                      </a:r>
                      <a:endParaRPr sz="1600">
                        <a:solidFill>
                          <a:schemeClr val="dk1"/>
                        </a:solidFill>
                      </a:endParaRPr>
                    </a:p>
                  </a:txBody>
                  <a:tcPr marL="91450" marR="91450" marT="45725" marB="45725">
                    <a:solidFill>
                      <a:srgbClr val="E0EFBD"/>
                    </a:solidFill>
                  </a:tcPr>
                </a:tc>
                <a:extLst>
                  <a:ext uri="{0D108BD9-81ED-4DB2-BD59-A6C34878D82A}">
                    <a16:rowId xmlns:a16="http://schemas.microsoft.com/office/drawing/2014/main" val="10000"/>
                  </a:ext>
                </a:extLst>
              </a:tr>
              <a:tr h="436500">
                <a:tc>
                  <a:txBody>
                    <a:bodyPr/>
                    <a:lstStyle/>
                    <a:p>
                      <a:pPr marL="0" marR="0" lvl="0" indent="0" algn="ctr" rtl="0">
                        <a:spcBef>
                          <a:spcPts val="0"/>
                        </a:spcBef>
                        <a:spcAft>
                          <a:spcPts val="0"/>
                        </a:spcAft>
                        <a:buNone/>
                      </a:pPr>
                      <a:r>
                        <a:rPr lang="en-US" sz="1600" b="1">
                          <a:solidFill>
                            <a:schemeClr val="dk1"/>
                          </a:solidFill>
                        </a:rPr>
                        <a:t>EMV2</a:t>
                      </a:r>
                      <a:endParaRPr sz="1600" b="1">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a:solidFill>
                            <a:schemeClr val="dk1"/>
                          </a:solidFill>
                          <a:latin typeface="Verdana"/>
                          <a:ea typeface="Verdana"/>
                          <a:cs typeface="Verdana"/>
                          <a:sym typeface="Verdana"/>
                        </a:rPr>
                        <a:t>AADL</a:t>
                      </a:r>
                      <a:endParaRPr/>
                    </a:p>
                  </a:txBody>
                  <a:tcPr marL="91450" marR="91450" marT="45725" marB="45725">
                    <a:solidFill>
                      <a:srgbClr val="F2F2F2"/>
                    </a:solidFill>
                  </a:tcPr>
                </a:tc>
                <a:extLst>
                  <a:ext uri="{0D108BD9-81ED-4DB2-BD59-A6C34878D82A}">
                    <a16:rowId xmlns:a16="http://schemas.microsoft.com/office/drawing/2014/main" val="10001"/>
                  </a:ext>
                </a:extLst>
              </a:tr>
              <a:tr h="535275">
                <a:tc>
                  <a:txBody>
                    <a:bodyPr/>
                    <a:lstStyle/>
                    <a:p>
                      <a:pPr marL="0" marR="0" lvl="0" indent="0" algn="ctr" rtl="0">
                        <a:spcBef>
                          <a:spcPts val="0"/>
                        </a:spcBef>
                        <a:spcAft>
                          <a:spcPts val="0"/>
                        </a:spcAft>
                        <a:buNone/>
                      </a:pPr>
                      <a:r>
                        <a:rPr lang="en-US" sz="1600" b="1">
                          <a:solidFill>
                            <a:schemeClr val="dk1"/>
                          </a:solidFill>
                        </a:rPr>
                        <a:t>Compass</a:t>
                      </a:r>
                      <a:endParaRPr sz="1600" b="1">
                        <a:solidFill>
                          <a:schemeClr val="dk1"/>
                        </a:solidFill>
                      </a:endParaRPr>
                    </a:p>
                  </a:txBody>
                  <a:tcPr marL="91450" marR="91450" marT="45725" marB="45725">
                    <a:solidFill>
                      <a:srgbClr val="E0EFBD"/>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Verdana"/>
                        <a:buNone/>
                      </a:pP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a:solidFill>
                            <a:schemeClr val="dk1"/>
                          </a:solidFill>
                          <a:latin typeface="Verdana"/>
                          <a:ea typeface="Verdana"/>
                          <a:cs typeface="Verdana"/>
                          <a:sym typeface="Verdana"/>
                        </a:rPr>
                        <a:t>SLIM</a:t>
                      </a:r>
                      <a:endParaRPr/>
                    </a:p>
                  </a:txBody>
                  <a:tcPr marL="91450" marR="91450" marT="45725" marB="45725">
                    <a:solidFill>
                      <a:srgbClr val="F2F2F2"/>
                    </a:solidFill>
                  </a:tcPr>
                </a:tc>
                <a:extLst>
                  <a:ext uri="{0D108BD9-81ED-4DB2-BD59-A6C34878D82A}">
                    <a16:rowId xmlns:a16="http://schemas.microsoft.com/office/drawing/2014/main" val="10002"/>
                  </a:ext>
                </a:extLst>
              </a:tr>
              <a:tr h="535275">
                <a:tc>
                  <a:txBody>
                    <a:bodyPr/>
                    <a:lstStyle/>
                    <a:p>
                      <a:pPr marL="0" marR="0" lvl="0" indent="0" algn="ctr" rtl="0">
                        <a:spcBef>
                          <a:spcPts val="0"/>
                        </a:spcBef>
                        <a:spcAft>
                          <a:spcPts val="0"/>
                        </a:spcAft>
                        <a:buNone/>
                      </a:pPr>
                      <a:r>
                        <a:rPr lang="en-US" sz="1600" b="1">
                          <a:solidFill>
                            <a:schemeClr val="dk1"/>
                          </a:solidFill>
                        </a:rPr>
                        <a:t>SmartIFlow</a:t>
                      </a:r>
                      <a:endParaRPr sz="1600" b="1">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extLst>
                  <a:ext uri="{0D108BD9-81ED-4DB2-BD59-A6C34878D82A}">
                    <a16:rowId xmlns:a16="http://schemas.microsoft.com/office/drawing/2014/main" val="10003"/>
                  </a:ext>
                </a:extLst>
              </a:tr>
              <a:tr h="436500">
                <a:tc>
                  <a:txBody>
                    <a:bodyPr/>
                    <a:lstStyle/>
                    <a:p>
                      <a:pPr marL="0" marR="0" lvl="0" indent="0" algn="ctr" rtl="0">
                        <a:spcBef>
                          <a:spcPts val="0"/>
                        </a:spcBef>
                        <a:spcAft>
                          <a:spcPts val="0"/>
                        </a:spcAft>
                        <a:buNone/>
                      </a:pPr>
                      <a:r>
                        <a:rPr lang="en-US" sz="1600" b="1">
                          <a:solidFill>
                            <a:schemeClr val="dk1"/>
                          </a:solidFill>
                        </a:rPr>
                        <a:t>SAML</a:t>
                      </a:r>
                      <a:endParaRPr sz="1600" b="1">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extLst>
                  <a:ext uri="{0D108BD9-81ED-4DB2-BD59-A6C34878D82A}">
                    <a16:rowId xmlns:a16="http://schemas.microsoft.com/office/drawing/2014/main" val="10004"/>
                  </a:ext>
                </a:extLst>
              </a:tr>
              <a:tr h="535275">
                <a:tc>
                  <a:txBody>
                    <a:bodyPr/>
                    <a:lstStyle/>
                    <a:p>
                      <a:pPr marL="0" marR="0" lvl="0" indent="0" algn="ctr" rtl="0">
                        <a:spcBef>
                          <a:spcPts val="0"/>
                        </a:spcBef>
                        <a:spcAft>
                          <a:spcPts val="0"/>
                        </a:spcAft>
                        <a:buNone/>
                      </a:pPr>
                      <a:r>
                        <a:rPr lang="en-US" sz="1600" b="1">
                          <a:solidFill>
                            <a:schemeClr val="dk1"/>
                          </a:solidFill>
                        </a:rPr>
                        <a:t>AltaRica</a:t>
                      </a:r>
                      <a:endParaRPr sz="1600" b="1">
                        <a:solidFill>
                          <a:schemeClr val="dk1"/>
                        </a:solidFill>
                      </a:endParaRPr>
                    </a:p>
                  </a:txBody>
                  <a:tcPr marL="91450" marR="91450" marT="45725" marB="45725">
                    <a:solidFill>
                      <a:srgbClr val="E0EFBD"/>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extLst>
                  <a:ext uri="{0D108BD9-81ED-4DB2-BD59-A6C34878D82A}">
                    <a16:rowId xmlns:a16="http://schemas.microsoft.com/office/drawing/2014/main" val="10005"/>
                  </a:ext>
                </a:extLst>
              </a:tr>
              <a:tr h="535275">
                <a:tc>
                  <a:txBody>
                    <a:bodyPr/>
                    <a:lstStyle/>
                    <a:p>
                      <a:pPr marL="0" marR="0" lvl="0" indent="0" algn="ctr" rtl="0">
                        <a:spcBef>
                          <a:spcPts val="0"/>
                        </a:spcBef>
                        <a:spcAft>
                          <a:spcPts val="0"/>
                        </a:spcAft>
                        <a:buNone/>
                      </a:pPr>
                      <a:r>
                        <a:rPr lang="en-US" sz="1600" b="1">
                          <a:solidFill>
                            <a:schemeClr val="dk1"/>
                          </a:solidFill>
                        </a:rPr>
                        <a:t>HipHops</a:t>
                      </a:r>
                      <a:endParaRPr sz="1600" b="1">
                        <a:solidFill>
                          <a:schemeClr val="dk1"/>
                        </a:solidFill>
                      </a:endParaRPr>
                    </a:p>
                  </a:txBody>
                  <a:tcPr marL="91450" marR="91450" marT="45725" marB="45725">
                    <a:solidFill>
                      <a:srgbClr val="E0EFBD"/>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a:solidFill>
                            <a:schemeClr val="dk1"/>
                          </a:solidFill>
                          <a:latin typeface="Verdana"/>
                          <a:ea typeface="Verdana"/>
                          <a:cs typeface="Verdana"/>
                          <a:sym typeface="Verdana"/>
                        </a:rPr>
                        <a:t>East-ADL</a:t>
                      </a:r>
                      <a:endParaRPr/>
                    </a:p>
                  </a:txBody>
                  <a:tcPr marL="91450" marR="91450" marT="45725" marB="45725">
                    <a:solidFill>
                      <a:srgbClr val="F2F2F2"/>
                    </a:solidFill>
                  </a:tcPr>
                </a:tc>
                <a:extLst>
                  <a:ext uri="{0D108BD9-81ED-4DB2-BD59-A6C34878D82A}">
                    <a16:rowId xmlns:a16="http://schemas.microsoft.com/office/drawing/2014/main" val="10006"/>
                  </a:ext>
                </a:extLst>
              </a:tr>
              <a:tr h="535275">
                <a:tc>
                  <a:txBody>
                    <a:bodyPr/>
                    <a:lstStyle/>
                    <a:p>
                      <a:pPr marL="0" marR="0" lvl="0" indent="0" algn="ctr" rtl="0">
                        <a:spcBef>
                          <a:spcPts val="0"/>
                        </a:spcBef>
                        <a:spcAft>
                          <a:spcPts val="0"/>
                        </a:spcAft>
                        <a:buNone/>
                      </a:pPr>
                      <a:r>
                        <a:rPr lang="en-US" sz="1600" b="1">
                          <a:solidFill>
                            <a:schemeClr val="dk1"/>
                          </a:solidFill>
                        </a:rPr>
                        <a:t>Our Research</a:t>
                      </a:r>
                      <a:endParaRPr sz="1600" b="1">
                        <a:solidFill>
                          <a:schemeClr val="dk1"/>
                        </a:solidFill>
                      </a:endParaRPr>
                    </a:p>
                  </a:txBody>
                  <a:tcPr marL="91450" marR="91450" marT="45725" marB="45725">
                    <a:solidFill>
                      <a:srgbClr val="E0EFBD"/>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800"/>
                        <a:buFont typeface="Noto Sans Symbols"/>
                        <a:buNone/>
                      </a:pPr>
                      <a:r>
                        <a:rPr lang="en-US" sz="1800">
                          <a:solidFill>
                            <a:schemeClr val="dk1"/>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a:txBody>
                  <a:tcPr marL="91450" marR="91450" marT="45725" marB="45725">
                    <a:solidFill>
                      <a:srgbClr val="F2F2F2"/>
                    </a:solidFill>
                  </a:tcPr>
                </a:tc>
                <a:tc>
                  <a:txBody>
                    <a:bodyPr/>
                    <a:lstStyle/>
                    <a:p>
                      <a:pPr marL="0" marR="0" lvl="0" indent="0" algn="ctr" rtl="0">
                        <a:spcBef>
                          <a:spcPts val="0"/>
                        </a:spcBef>
                        <a:spcAft>
                          <a:spcPts val="0"/>
                        </a:spcAft>
                        <a:buNone/>
                      </a:pPr>
                      <a:endParaRPr sz="1800">
                        <a:solidFill>
                          <a:schemeClr val="dk1"/>
                        </a:solidFill>
                      </a:endParaRPr>
                    </a:p>
                  </a:txBody>
                  <a:tcPr marL="91450" marR="91450" marT="45725" marB="45725">
                    <a:solidFill>
                      <a:srgbClr val="F2F2F2"/>
                    </a:solidFill>
                  </a:tcPr>
                </a:tc>
                <a:tc>
                  <a:txBody>
                    <a:bodyPr/>
                    <a:lstStyle/>
                    <a:p>
                      <a:pPr marL="0" marR="0" lvl="0" indent="0" algn="ctr" rtl="0">
                        <a:lnSpc>
                          <a:spcPct val="100000"/>
                        </a:lnSpc>
                        <a:spcBef>
                          <a:spcPts val="0"/>
                        </a:spcBef>
                        <a:spcAft>
                          <a:spcPts val="0"/>
                        </a:spcAft>
                        <a:buClr>
                          <a:schemeClr val="dk1"/>
                        </a:buClr>
                        <a:buSzPts val="1600"/>
                        <a:buFont typeface="Verdana"/>
                        <a:buNone/>
                      </a:pPr>
                      <a:r>
                        <a:rPr lang="en-US" sz="1600">
                          <a:solidFill>
                            <a:schemeClr val="dk1"/>
                          </a:solidFill>
                          <a:latin typeface="Verdana"/>
                          <a:ea typeface="Verdana"/>
                          <a:cs typeface="Verdana"/>
                          <a:sym typeface="Verdana"/>
                        </a:rPr>
                        <a:t>AADL</a:t>
                      </a:r>
                      <a:endParaRPr/>
                    </a:p>
                  </a:txBody>
                  <a:tcPr marL="91450" marR="91450" marT="45725" marB="45725">
                    <a:solidFill>
                      <a:srgbClr val="F2F2F2"/>
                    </a:solidFill>
                  </a:tcPr>
                </a:tc>
                <a:extLst>
                  <a:ext uri="{0D108BD9-81ED-4DB2-BD59-A6C34878D82A}">
                    <a16:rowId xmlns:a16="http://schemas.microsoft.com/office/drawing/2014/main" val="10007"/>
                  </a:ext>
                </a:extLst>
              </a:tr>
            </a:tbl>
          </a:graphicData>
        </a:graphic>
      </p:graphicFrame>
    </p:spTree>
  </p:cSld>
  <p:clrMapOvr>
    <a:masterClrMapping/>
  </p:clrMapOvr>
  <p:transition>
    <p:fade thruBlk="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29"/>
          <p:cNvSpPr txBox="1">
            <a:spLocks noGrp="1"/>
          </p:cNvSpPr>
          <p:nvPr>
            <p:ph type="title"/>
          </p:nvPr>
        </p:nvSpPr>
        <p:spPr>
          <a:xfrm>
            <a:off x="762000" y="838200"/>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a:t>Creation of Nominal System Model</a:t>
            </a:r>
            <a:endParaRPr/>
          </a:p>
        </p:txBody>
      </p:sp>
      <p:grpSp>
        <p:nvGrpSpPr>
          <p:cNvPr id="408" name="Google Shape;408;p29"/>
          <p:cNvGrpSpPr/>
          <p:nvPr/>
        </p:nvGrpSpPr>
        <p:grpSpPr>
          <a:xfrm>
            <a:off x="146051" y="1447800"/>
            <a:ext cx="3359150" cy="2819399"/>
            <a:chOff x="252" y="912"/>
            <a:chExt cx="2116" cy="1776"/>
          </a:xfrm>
        </p:grpSpPr>
        <p:grpSp>
          <p:nvGrpSpPr>
            <p:cNvPr id="409" name="Google Shape;409;p29"/>
            <p:cNvGrpSpPr/>
            <p:nvPr/>
          </p:nvGrpSpPr>
          <p:grpSpPr>
            <a:xfrm>
              <a:off x="432" y="1152"/>
              <a:ext cx="1005" cy="1536"/>
              <a:chOff x="175" y="1282"/>
              <a:chExt cx="1005" cy="1536"/>
            </a:xfrm>
          </p:grpSpPr>
          <p:sp>
            <p:nvSpPr>
              <p:cNvPr id="410" name="Google Shape;410;p29"/>
              <p:cNvSpPr/>
              <p:nvPr/>
            </p:nvSpPr>
            <p:spPr>
              <a:xfrm>
                <a:off x="548" y="1296"/>
                <a:ext cx="343" cy="112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1" name="Google Shape;411;p29"/>
              <p:cNvSpPr/>
              <p:nvPr/>
            </p:nvSpPr>
            <p:spPr>
              <a:xfrm>
                <a:off x="548" y="1282"/>
                <a:ext cx="630" cy="1127"/>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12" name="Google Shape;412;p29"/>
              <p:cNvCxnSpPr/>
              <p:nvPr/>
            </p:nvCxnSpPr>
            <p:spPr>
              <a:xfrm>
                <a:off x="396" y="1449"/>
                <a:ext cx="120" cy="1"/>
              </a:xfrm>
              <a:prstGeom prst="straightConnector1">
                <a:avLst/>
              </a:prstGeom>
              <a:noFill/>
              <a:ln w="9525" cap="rnd" cmpd="sng">
                <a:solidFill>
                  <a:srgbClr val="000000"/>
                </a:solidFill>
                <a:prstDash val="solid"/>
                <a:round/>
                <a:headEnd type="none" w="med" len="med"/>
                <a:tailEnd type="none" w="med" len="med"/>
              </a:ln>
            </p:spPr>
          </p:cxnSp>
          <p:sp>
            <p:nvSpPr>
              <p:cNvPr id="413" name="Google Shape;413;p29"/>
              <p:cNvSpPr/>
              <p:nvPr/>
            </p:nvSpPr>
            <p:spPr>
              <a:xfrm>
                <a:off x="513" y="1436"/>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14" name="Google Shape;414;p29"/>
              <p:cNvCxnSpPr/>
              <p:nvPr/>
            </p:nvCxnSpPr>
            <p:spPr>
              <a:xfrm>
                <a:off x="396" y="1644"/>
                <a:ext cx="120" cy="1"/>
              </a:xfrm>
              <a:prstGeom prst="straightConnector1">
                <a:avLst/>
              </a:prstGeom>
              <a:noFill/>
              <a:ln w="9525" cap="rnd" cmpd="sng">
                <a:solidFill>
                  <a:srgbClr val="000000"/>
                </a:solidFill>
                <a:prstDash val="solid"/>
                <a:round/>
                <a:headEnd type="none" w="med" len="med"/>
                <a:tailEnd type="none" w="med" len="med"/>
              </a:ln>
            </p:spPr>
          </p:cxnSp>
          <p:sp>
            <p:nvSpPr>
              <p:cNvPr id="415" name="Google Shape;415;p29"/>
              <p:cNvSpPr/>
              <p:nvPr/>
            </p:nvSpPr>
            <p:spPr>
              <a:xfrm>
                <a:off x="513" y="1632"/>
                <a:ext cx="35" cy="25"/>
              </a:xfrm>
              <a:custGeom>
                <a:avLst/>
                <a:gdLst/>
                <a:ahLst/>
                <a:cxnLst/>
                <a:rect l="l" t="t" r="r" b="b"/>
                <a:pathLst>
                  <a:path w="35" h="25" extrusionOk="0">
                    <a:moveTo>
                      <a:pt x="0" y="0"/>
                    </a:moveTo>
                    <a:lnTo>
                      <a:pt x="35" y="12"/>
                    </a:lnTo>
                    <a:lnTo>
                      <a:pt x="0" y="25"/>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6" name="Google Shape;416;p29"/>
              <p:cNvSpPr/>
              <p:nvPr/>
            </p:nvSpPr>
            <p:spPr>
              <a:xfrm>
                <a:off x="257" y="1365"/>
                <a:ext cx="2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Power A</a:t>
                </a:r>
                <a:endParaRPr sz="1800">
                  <a:solidFill>
                    <a:schemeClr val="dk1"/>
                  </a:solidFill>
                  <a:latin typeface="Arial"/>
                  <a:ea typeface="Arial"/>
                  <a:cs typeface="Arial"/>
                  <a:sym typeface="Arial"/>
                </a:endParaRPr>
              </a:p>
            </p:txBody>
          </p:sp>
          <p:sp>
            <p:nvSpPr>
              <p:cNvPr id="417" name="Google Shape;417;p29"/>
              <p:cNvSpPr/>
              <p:nvPr/>
            </p:nvSpPr>
            <p:spPr>
              <a:xfrm>
                <a:off x="291" y="1560"/>
                <a:ext cx="22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 1</a:t>
                </a:r>
                <a:endParaRPr sz="1800">
                  <a:solidFill>
                    <a:schemeClr val="dk1"/>
                  </a:solidFill>
                  <a:latin typeface="Arial"/>
                  <a:ea typeface="Arial"/>
                  <a:cs typeface="Arial"/>
                  <a:sym typeface="Arial"/>
                </a:endParaRPr>
              </a:p>
            </p:txBody>
          </p:sp>
          <p:sp>
            <p:nvSpPr>
              <p:cNvPr id="418" name="Google Shape;418;p29"/>
              <p:cNvSpPr/>
              <p:nvPr/>
            </p:nvSpPr>
            <p:spPr>
              <a:xfrm>
                <a:off x="175" y="1876"/>
                <a:ext cx="333"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Feed back </a:t>
                </a:r>
                <a:endParaRPr sz="1800">
                  <a:solidFill>
                    <a:schemeClr val="dk1"/>
                  </a:solidFill>
                  <a:latin typeface="Arial"/>
                  <a:ea typeface="Arial"/>
                  <a:cs typeface="Arial"/>
                  <a:sym typeface="Arial"/>
                </a:endParaRPr>
              </a:p>
            </p:txBody>
          </p:sp>
          <p:sp>
            <p:nvSpPr>
              <p:cNvPr id="419" name="Google Shape;419;p29"/>
              <p:cNvSpPr/>
              <p:nvPr/>
            </p:nvSpPr>
            <p:spPr>
              <a:xfrm>
                <a:off x="312" y="1770"/>
                <a:ext cx="1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Plant</a:t>
                </a:r>
                <a:endParaRPr sz="1800">
                  <a:solidFill>
                    <a:schemeClr val="dk1"/>
                  </a:solidFill>
                  <a:latin typeface="Arial"/>
                  <a:ea typeface="Arial"/>
                  <a:cs typeface="Arial"/>
                  <a:sym typeface="Arial"/>
                </a:endParaRPr>
              </a:p>
            </p:txBody>
          </p:sp>
          <p:sp>
            <p:nvSpPr>
              <p:cNvPr id="420" name="Google Shape;420;p29"/>
              <p:cNvSpPr/>
              <p:nvPr/>
            </p:nvSpPr>
            <p:spPr>
              <a:xfrm>
                <a:off x="706" y="1913"/>
                <a:ext cx="326" cy="395"/>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1" name="Google Shape;421;p29"/>
              <p:cNvSpPr/>
              <p:nvPr/>
            </p:nvSpPr>
            <p:spPr>
              <a:xfrm>
                <a:off x="642" y="2460"/>
                <a:ext cx="442"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Fault Tolerant </a:t>
                </a:r>
                <a:endParaRPr sz="1800">
                  <a:solidFill>
                    <a:schemeClr val="dk1"/>
                  </a:solidFill>
                  <a:latin typeface="Arial"/>
                  <a:ea typeface="Arial"/>
                  <a:cs typeface="Arial"/>
                  <a:sym typeface="Arial"/>
                </a:endParaRPr>
              </a:p>
            </p:txBody>
          </p:sp>
          <p:sp>
            <p:nvSpPr>
              <p:cNvPr id="422" name="Google Shape;422;p29"/>
              <p:cNvSpPr/>
              <p:nvPr/>
            </p:nvSpPr>
            <p:spPr>
              <a:xfrm>
                <a:off x="657" y="2628"/>
                <a:ext cx="38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Control Unit </a:t>
                </a:r>
                <a:endParaRPr sz="1800">
                  <a:solidFill>
                    <a:schemeClr val="dk1"/>
                  </a:solidFill>
                  <a:latin typeface="Arial"/>
                  <a:ea typeface="Arial"/>
                  <a:cs typeface="Arial"/>
                  <a:sym typeface="Arial"/>
                </a:endParaRPr>
              </a:p>
            </p:txBody>
          </p:sp>
          <p:sp>
            <p:nvSpPr>
              <p:cNvPr id="423" name="Google Shape;423;p29"/>
              <p:cNvSpPr/>
              <p:nvPr/>
            </p:nvSpPr>
            <p:spPr>
              <a:xfrm>
                <a:off x="729" y="2741"/>
                <a:ext cx="259"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 BSCU )</a:t>
                </a:r>
                <a:endParaRPr sz="1800">
                  <a:solidFill>
                    <a:schemeClr val="dk1"/>
                  </a:solidFill>
                  <a:latin typeface="Arial"/>
                  <a:ea typeface="Arial"/>
                  <a:cs typeface="Arial"/>
                  <a:sym typeface="Arial"/>
                </a:endParaRPr>
              </a:p>
            </p:txBody>
          </p:sp>
          <p:sp>
            <p:nvSpPr>
              <p:cNvPr id="424" name="Google Shape;424;p29"/>
              <p:cNvSpPr/>
              <p:nvPr/>
            </p:nvSpPr>
            <p:spPr>
              <a:xfrm>
                <a:off x="625" y="2542"/>
                <a:ext cx="504"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Braking System </a:t>
                </a:r>
                <a:endParaRPr sz="1800">
                  <a:solidFill>
                    <a:schemeClr val="dk1"/>
                  </a:solidFill>
                  <a:latin typeface="Arial"/>
                  <a:ea typeface="Arial"/>
                  <a:cs typeface="Arial"/>
                  <a:sym typeface="Arial"/>
                </a:endParaRPr>
              </a:p>
            </p:txBody>
          </p:sp>
          <p:sp>
            <p:nvSpPr>
              <p:cNvPr id="425" name="Google Shape;425;p29"/>
              <p:cNvSpPr/>
              <p:nvPr/>
            </p:nvSpPr>
            <p:spPr>
              <a:xfrm>
                <a:off x="709" y="1365"/>
                <a:ext cx="327" cy="395"/>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6" name="Google Shape;426;p29"/>
              <p:cNvSpPr/>
              <p:nvPr/>
            </p:nvSpPr>
            <p:spPr>
              <a:xfrm>
                <a:off x="741" y="1492"/>
                <a:ext cx="256" cy="17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00" b="1">
                    <a:solidFill>
                      <a:srgbClr val="000000"/>
                    </a:solidFill>
                    <a:latin typeface="Arial"/>
                    <a:ea typeface="Arial"/>
                    <a:cs typeface="Arial"/>
                    <a:sym typeface="Arial"/>
                  </a:rPr>
                  <a:t>System</a:t>
                </a:r>
                <a:endParaRPr/>
              </a:p>
              <a:p>
                <a:pPr marL="0" marR="0" lvl="0" indent="0" algn="ctr" rtl="0">
                  <a:spcBef>
                    <a:spcPts val="0"/>
                  </a:spcBef>
                  <a:spcAft>
                    <a:spcPts val="0"/>
                  </a:spcAft>
                  <a:buNone/>
                </a:pPr>
                <a:r>
                  <a:rPr lang="en-US" sz="900" b="1">
                    <a:solidFill>
                      <a:srgbClr val="000000"/>
                    </a:solidFill>
                    <a:latin typeface="Arial"/>
                    <a:ea typeface="Arial"/>
                    <a:cs typeface="Arial"/>
                    <a:sym typeface="Arial"/>
                  </a:rPr>
                  <a:t> A</a:t>
                </a:r>
                <a:endParaRPr sz="900">
                  <a:solidFill>
                    <a:schemeClr val="dk1"/>
                  </a:solidFill>
                  <a:latin typeface="Arial"/>
                  <a:ea typeface="Arial"/>
                  <a:cs typeface="Arial"/>
                  <a:sym typeface="Arial"/>
                </a:endParaRPr>
              </a:p>
            </p:txBody>
          </p:sp>
          <p:cxnSp>
            <p:nvCxnSpPr>
              <p:cNvPr id="427" name="Google Shape;427;p29"/>
              <p:cNvCxnSpPr/>
              <p:nvPr/>
            </p:nvCxnSpPr>
            <p:spPr>
              <a:xfrm>
                <a:off x="391" y="2258"/>
                <a:ext cx="120" cy="1"/>
              </a:xfrm>
              <a:prstGeom prst="straightConnector1">
                <a:avLst/>
              </a:prstGeom>
              <a:noFill/>
              <a:ln w="9525" cap="rnd" cmpd="sng">
                <a:solidFill>
                  <a:srgbClr val="000000"/>
                </a:solidFill>
                <a:prstDash val="solid"/>
                <a:round/>
                <a:headEnd type="none" w="med" len="med"/>
                <a:tailEnd type="none" w="med" len="med"/>
              </a:ln>
            </p:spPr>
          </p:cxnSp>
          <p:sp>
            <p:nvSpPr>
              <p:cNvPr id="428" name="Google Shape;428;p29"/>
              <p:cNvSpPr/>
              <p:nvPr/>
            </p:nvSpPr>
            <p:spPr>
              <a:xfrm>
                <a:off x="508" y="2245"/>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9" name="Google Shape;429;p29"/>
              <p:cNvSpPr/>
              <p:nvPr/>
            </p:nvSpPr>
            <p:spPr>
              <a:xfrm>
                <a:off x="252" y="2174"/>
                <a:ext cx="257"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Power B</a:t>
                </a:r>
                <a:endParaRPr sz="1800">
                  <a:solidFill>
                    <a:schemeClr val="dk1"/>
                  </a:solidFill>
                  <a:latin typeface="Arial"/>
                  <a:ea typeface="Arial"/>
                  <a:cs typeface="Arial"/>
                  <a:sym typeface="Arial"/>
                </a:endParaRPr>
              </a:p>
            </p:txBody>
          </p:sp>
          <p:cxnSp>
            <p:nvCxnSpPr>
              <p:cNvPr id="430" name="Google Shape;430;p29"/>
              <p:cNvCxnSpPr/>
              <p:nvPr/>
            </p:nvCxnSpPr>
            <p:spPr>
              <a:xfrm>
                <a:off x="556" y="1448"/>
                <a:ext cx="153" cy="1"/>
              </a:xfrm>
              <a:prstGeom prst="straightConnector1">
                <a:avLst/>
              </a:prstGeom>
              <a:noFill/>
              <a:ln w="9525" cap="flat" cmpd="sng">
                <a:solidFill>
                  <a:srgbClr val="000000"/>
                </a:solidFill>
                <a:prstDash val="dot"/>
                <a:round/>
                <a:headEnd type="none" w="med" len="med"/>
                <a:tailEnd type="none" w="med" len="med"/>
              </a:ln>
            </p:spPr>
          </p:cxnSp>
          <p:sp>
            <p:nvSpPr>
              <p:cNvPr id="431" name="Google Shape;431;p29"/>
              <p:cNvSpPr/>
              <p:nvPr/>
            </p:nvSpPr>
            <p:spPr>
              <a:xfrm>
                <a:off x="377" y="1816"/>
                <a:ext cx="171" cy="84"/>
              </a:xfrm>
              <a:custGeom>
                <a:avLst/>
                <a:gdLst/>
                <a:ahLst/>
                <a:cxnLst/>
                <a:rect l="l" t="t" r="r" b="b"/>
                <a:pathLst>
                  <a:path w="171" h="84" extrusionOk="0">
                    <a:moveTo>
                      <a:pt x="171" y="42"/>
                    </a:moveTo>
                    <a:lnTo>
                      <a:pt x="133" y="84"/>
                    </a:lnTo>
                    <a:lnTo>
                      <a:pt x="133" y="57"/>
                    </a:lnTo>
                    <a:lnTo>
                      <a:pt x="0" y="57"/>
                    </a:lnTo>
                    <a:lnTo>
                      <a:pt x="0" y="28"/>
                    </a:lnTo>
                    <a:lnTo>
                      <a:pt x="133" y="28"/>
                    </a:lnTo>
                    <a:lnTo>
                      <a:pt x="133" y="0"/>
                    </a:lnTo>
                    <a:lnTo>
                      <a:pt x="171" y="42"/>
                    </a:lnTo>
                    <a:close/>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32" name="Google Shape;432;p29"/>
              <p:cNvCxnSpPr/>
              <p:nvPr/>
            </p:nvCxnSpPr>
            <p:spPr>
              <a:xfrm>
                <a:off x="399" y="2121"/>
                <a:ext cx="120" cy="1"/>
              </a:xfrm>
              <a:prstGeom prst="straightConnector1">
                <a:avLst/>
              </a:prstGeom>
              <a:noFill/>
              <a:ln w="9525" cap="rnd" cmpd="sng">
                <a:solidFill>
                  <a:srgbClr val="000000"/>
                </a:solidFill>
                <a:prstDash val="solid"/>
                <a:round/>
                <a:headEnd type="none" w="med" len="med"/>
                <a:tailEnd type="none" w="med" len="med"/>
              </a:ln>
            </p:spPr>
          </p:cxnSp>
          <p:sp>
            <p:nvSpPr>
              <p:cNvPr id="433" name="Google Shape;433;p29"/>
              <p:cNvSpPr/>
              <p:nvPr/>
            </p:nvSpPr>
            <p:spPr>
              <a:xfrm>
                <a:off x="516" y="2109"/>
                <a:ext cx="35" cy="25"/>
              </a:xfrm>
              <a:custGeom>
                <a:avLst/>
                <a:gdLst/>
                <a:ahLst/>
                <a:cxnLst/>
                <a:rect l="l" t="t" r="r" b="b"/>
                <a:pathLst>
                  <a:path w="35" h="25" extrusionOk="0">
                    <a:moveTo>
                      <a:pt x="0" y="0"/>
                    </a:moveTo>
                    <a:lnTo>
                      <a:pt x="35" y="12"/>
                    </a:lnTo>
                    <a:lnTo>
                      <a:pt x="0" y="25"/>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4" name="Google Shape;434;p29"/>
              <p:cNvSpPr/>
              <p:nvPr/>
            </p:nvSpPr>
            <p:spPr>
              <a:xfrm>
                <a:off x="294" y="2037"/>
                <a:ext cx="226" cy="7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 2</a:t>
                </a:r>
                <a:endParaRPr sz="1800">
                  <a:solidFill>
                    <a:schemeClr val="dk1"/>
                  </a:solidFill>
                  <a:latin typeface="Arial"/>
                  <a:ea typeface="Arial"/>
                  <a:cs typeface="Arial"/>
                  <a:sym typeface="Arial"/>
                </a:endParaRPr>
              </a:p>
            </p:txBody>
          </p:sp>
          <p:cxnSp>
            <p:nvCxnSpPr>
              <p:cNvPr id="435" name="Google Shape;435;p29"/>
              <p:cNvCxnSpPr/>
              <p:nvPr/>
            </p:nvCxnSpPr>
            <p:spPr>
              <a:xfrm>
                <a:off x="550" y="2258"/>
                <a:ext cx="153" cy="1"/>
              </a:xfrm>
              <a:prstGeom prst="straightConnector1">
                <a:avLst/>
              </a:prstGeom>
              <a:noFill/>
              <a:ln w="9525" cap="flat" cmpd="sng">
                <a:solidFill>
                  <a:srgbClr val="000000"/>
                </a:solidFill>
                <a:prstDash val="dot"/>
                <a:round/>
                <a:headEnd type="none" w="med" len="med"/>
                <a:tailEnd type="none" w="med" len="med"/>
              </a:ln>
            </p:spPr>
          </p:cxnSp>
          <p:cxnSp>
            <p:nvCxnSpPr>
              <p:cNvPr id="436" name="Google Shape;436;p29"/>
              <p:cNvCxnSpPr/>
              <p:nvPr/>
            </p:nvCxnSpPr>
            <p:spPr>
              <a:xfrm>
                <a:off x="550" y="1643"/>
                <a:ext cx="153" cy="1"/>
              </a:xfrm>
              <a:prstGeom prst="straightConnector1">
                <a:avLst/>
              </a:prstGeom>
              <a:noFill/>
              <a:ln w="9525" cap="flat" cmpd="sng">
                <a:solidFill>
                  <a:srgbClr val="000000"/>
                </a:solidFill>
                <a:prstDash val="dot"/>
                <a:round/>
                <a:headEnd type="none" w="med" len="med"/>
                <a:tailEnd type="none" w="med" len="med"/>
              </a:ln>
            </p:spPr>
          </p:cxnSp>
          <p:cxnSp>
            <p:nvCxnSpPr>
              <p:cNvPr id="437" name="Google Shape;437;p29"/>
              <p:cNvCxnSpPr/>
              <p:nvPr/>
            </p:nvCxnSpPr>
            <p:spPr>
              <a:xfrm>
                <a:off x="550" y="2120"/>
                <a:ext cx="153" cy="1"/>
              </a:xfrm>
              <a:prstGeom prst="straightConnector1">
                <a:avLst/>
              </a:prstGeom>
              <a:noFill/>
              <a:ln w="9525" cap="flat" cmpd="sng">
                <a:solidFill>
                  <a:srgbClr val="000000"/>
                </a:solidFill>
                <a:prstDash val="dot"/>
                <a:round/>
                <a:headEnd type="none" w="med" len="med"/>
                <a:tailEnd type="none" w="med" len="med"/>
              </a:ln>
            </p:spPr>
          </p:cxnSp>
          <p:cxnSp>
            <p:nvCxnSpPr>
              <p:cNvPr id="438" name="Google Shape;438;p29"/>
              <p:cNvCxnSpPr/>
              <p:nvPr/>
            </p:nvCxnSpPr>
            <p:spPr>
              <a:xfrm>
                <a:off x="649" y="2069"/>
                <a:ext cx="57" cy="1"/>
              </a:xfrm>
              <a:prstGeom prst="straightConnector1">
                <a:avLst/>
              </a:prstGeom>
              <a:noFill/>
              <a:ln w="9525" cap="flat" cmpd="sng">
                <a:solidFill>
                  <a:srgbClr val="000000"/>
                </a:solidFill>
                <a:prstDash val="dot"/>
                <a:round/>
                <a:headEnd type="none" w="med" len="med"/>
                <a:tailEnd type="none" w="med" len="med"/>
              </a:ln>
            </p:spPr>
          </p:cxnSp>
          <p:cxnSp>
            <p:nvCxnSpPr>
              <p:cNvPr id="439" name="Google Shape;439;p29"/>
              <p:cNvCxnSpPr/>
              <p:nvPr/>
            </p:nvCxnSpPr>
            <p:spPr>
              <a:xfrm>
                <a:off x="1057" y="1682"/>
                <a:ext cx="1" cy="557"/>
              </a:xfrm>
              <a:prstGeom prst="straightConnector1">
                <a:avLst/>
              </a:prstGeom>
              <a:noFill/>
              <a:ln w="9525" cap="flat" cmpd="sng">
                <a:solidFill>
                  <a:srgbClr val="000000"/>
                </a:solidFill>
                <a:prstDash val="dot"/>
                <a:round/>
                <a:headEnd type="none" w="med" len="med"/>
                <a:tailEnd type="none" w="med" len="med"/>
              </a:ln>
            </p:spPr>
          </p:cxnSp>
          <p:cxnSp>
            <p:nvCxnSpPr>
              <p:cNvPr id="440" name="Google Shape;440;p29"/>
              <p:cNvCxnSpPr/>
              <p:nvPr/>
            </p:nvCxnSpPr>
            <p:spPr>
              <a:xfrm>
                <a:off x="610" y="1594"/>
                <a:ext cx="96" cy="1"/>
              </a:xfrm>
              <a:prstGeom prst="straightConnector1">
                <a:avLst/>
              </a:prstGeom>
              <a:noFill/>
              <a:ln w="9525" cap="flat" cmpd="sng">
                <a:solidFill>
                  <a:srgbClr val="000000"/>
                </a:solidFill>
                <a:prstDash val="dot"/>
                <a:round/>
                <a:headEnd type="none" w="med" len="med"/>
                <a:tailEnd type="none" w="med" len="med"/>
              </a:ln>
            </p:spPr>
          </p:cxnSp>
          <p:cxnSp>
            <p:nvCxnSpPr>
              <p:cNvPr id="441" name="Google Shape;441;p29"/>
              <p:cNvCxnSpPr/>
              <p:nvPr/>
            </p:nvCxnSpPr>
            <p:spPr>
              <a:xfrm>
                <a:off x="610" y="1608"/>
                <a:ext cx="0" cy="513"/>
              </a:xfrm>
              <a:prstGeom prst="straightConnector1">
                <a:avLst/>
              </a:prstGeom>
              <a:noFill/>
              <a:ln w="9525" cap="flat" cmpd="sng">
                <a:solidFill>
                  <a:srgbClr val="000000"/>
                </a:solidFill>
                <a:prstDash val="dot"/>
                <a:round/>
                <a:headEnd type="none" w="med" len="med"/>
                <a:tailEnd type="none" w="med" len="med"/>
              </a:ln>
            </p:spPr>
          </p:cxnSp>
          <p:cxnSp>
            <p:nvCxnSpPr>
              <p:cNvPr id="442" name="Google Shape;442;p29"/>
              <p:cNvCxnSpPr/>
              <p:nvPr/>
            </p:nvCxnSpPr>
            <p:spPr>
              <a:xfrm>
                <a:off x="549" y="1859"/>
                <a:ext cx="27" cy="0"/>
              </a:xfrm>
              <a:prstGeom prst="straightConnector1">
                <a:avLst/>
              </a:prstGeom>
              <a:noFill/>
              <a:ln w="9525" cap="flat" cmpd="sng">
                <a:solidFill>
                  <a:srgbClr val="000000"/>
                </a:solidFill>
                <a:prstDash val="dot"/>
                <a:round/>
                <a:headEnd type="none" w="med" len="med"/>
                <a:tailEnd type="none" w="med" len="med"/>
              </a:ln>
            </p:spPr>
          </p:cxnSp>
          <p:cxnSp>
            <p:nvCxnSpPr>
              <p:cNvPr id="443" name="Google Shape;443;p29"/>
              <p:cNvCxnSpPr/>
              <p:nvPr/>
            </p:nvCxnSpPr>
            <p:spPr>
              <a:xfrm>
                <a:off x="579" y="1525"/>
                <a:ext cx="0" cy="666"/>
              </a:xfrm>
              <a:prstGeom prst="straightConnector1">
                <a:avLst/>
              </a:prstGeom>
              <a:noFill/>
              <a:ln w="9525" cap="flat" cmpd="sng">
                <a:solidFill>
                  <a:srgbClr val="000000"/>
                </a:solidFill>
                <a:prstDash val="dot"/>
                <a:round/>
                <a:headEnd type="none" w="med" len="med"/>
                <a:tailEnd type="none" w="med" len="med"/>
              </a:ln>
            </p:spPr>
          </p:cxnSp>
          <p:cxnSp>
            <p:nvCxnSpPr>
              <p:cNvPr id="444" name="Google Shape;444;p29"/>
              <p:cNvCxnSpPr/>
              <p:nvPr/>
            </p:nvCxnSpPr>
            <p:spPr>
              <a:xfrm>
                <a:off x="579" y="1524"/>
                <a:ext cx="127" cy="0"/>
              </a:xfrm>
              <a:prstGeom prst="straightConnector1">
                <a:avLst/>
              </a:prstGeom>
              <a:noFill/>
              <a:ln w="9525" cap="flat" cmpd="sng">
                <a:solidFill>
                  <a:srgbClr val="000000"/>
                </a:solidFill>
                <a:prstDash val="dot"/>
                <a:round/>
                <a:headEnd type="none" w="med" len="med"/>
                <a:tailEnd type="none" w="med" len="med"/>
              </a:ln>
            </p:spPr>
          </p:cxnSp>
          <p:cxnSp>
            <p:nvCxnSpPr>
              <p:cNvPr id="445" name="Google Shape;445;p29"/>
              <p:cNvCxnSpPr/>
              <p:nvPr/>
            </p:nvCxnSpPr>
            <p:spPr>
              <a:xfrm rot="10800000" flipH="1">
                <a:off x="579" y="2189"/>
                <a:ext cx="123" cy="1"/>
              </a:xfrm>
              <a:prstGeom prst="straightConnector1">
                <a:avLst/>
              </a:prstGeom>
              <a:noFill/>
              <a:ln w="9525" cap="flat" cmpd="sng">
                <a:solidFill>
                  <a:srgbClr val="000000"/>
                </a:solidFill>
                <a:prstDash val="dot"/>
                <a:round/>
                <a:headEnd type="none" w="med" len="med"/>
                <a:tailEnd type="none" w="med" len="med"/>
              </a:ln>
            </p:spPr>
          </p:cxnSp>
          <p:sp>
            <p:nvSpPr>
              <p:cNvPr id="446" name="Google Shape;446;p29"/>
              <p:cNvSpPr/>
              <p:nvPr/>
            </p:nvSpPr>
            <p:spPr>
              <a:xfrm>
                <a:off x="729" y="2032"/>
                <a:ext cx="256" cy="172"/>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00" b="1">
                    <a:solidFill>
                      <a:srgbClr val="000000"/>
                    </a:solidFill>
                    <a:latin typeface="Arial"/>
                    <a:ea typeface="Arial"/>
                    <a:cs typeface="Arial"/>
                    <a:sym typeface="Arial"/>
                  </a:rPr>
                  <a:t>System</a:t>
                </a:r>
                <a:endParaRPr/>
              </a:p>
              <a:p>
                <a:pPr marL="0" marR="0" lvl="0" indent="0" algn="ctr" rtl="0">
                  <a:spcBef>
                    <a:spcPts val="0"/>
                  </a:spcBef>
                  <a:spcAft>
                    <a:spcPts val="0"/>
                  </a:spcAft>
                  <a:buNone/>
                </a:pPr>
                <a:r>
                  <a:rPr lang="en-US" sz="900" b="1">
                    <a:solidFill>
                      <a:srgbClr val="000000"/>
                    </a:solidFill>
                    <a:latin typeface="Arial"/>
                    <a:ea typeface="Arial"/>
                    <a:cs typeface="Arial"/>
                    <a:sym typeface="Arial"/>
                  </a:rPr>
                  <a:t> B</a:t>
                </a:r>
                <a:endParaRPr sz="900">
                  <a:solidFill>
                    <a:schemeClr val="dk1"/>
                  </a:solidFill>
                  <a:latin typeface="Arial"/>
                  <a:ea typeface="Arial"/>
                  <a:cs typeface="Arial"/>
                  <a:sym typeface="Arial"/>
                </a:endParaRPr>
              </a:p>
            </p:txBody>
          </p:sp>
          <p:cxnSp>
            <p:nvCxnSpPr>
              <p:cNvPr id="447" name="Google Shape;447;p29"/>
              <p:cNvCxnSpPr/>
              <p:nvPr/>
            </p:nvCxnSpPr>
            <p:spPr>
              <a:xfrm>
                <a:off x="1038" y="1445"/>
                <a:ext cx="100" cy="0"/>
              </a:xfrm>
              <a:prstGeom prst="straightConnector1">
                <a:avLst/>
              </a:prstGeom>
              <a:noFill/>
              <a:ln w="9525" cap="flat" cmpd="sng">
                <a:solidFill>
                  <a:srgbClr val="000000"/>
                </a:solidFill>
                <a:prstDash val="dot"/>
                <a:round/>
                <a:headEnd type="none" w="med" len="med"/>
                <a:tailEnd type="none" w="med" len="med"/>
              </a:ln>
            </p:spPr>
          </p:cxnSp>
          <p:cxnSp>
            <p:nvCxnSpPr>
              <p:cNvPr id="448" name="Google Shape;448;p29"/>
              <p:cNvCxnSpPr/>
              <p:nvPr/>
            </p:nvCxnSpPr>
            <p:spPr>
              <a:xfrm rot="10800000" flipH="1">
                <a:off x="1038" y="1555"/>
                <a:ext cx="56" cy="1"/>
              </a:xfrm>
              <a:prstGeom prst="straightConnector1">
                <a:avLst/>
              </a:prstGeom>
              <a:noFill/>
              <a:ln w="9525" cap="flat" cmpd="sng">
                <a:solidFill>
                  <a:srgbClr val="000000"/>
                </a:solidFill>
                <a:prstDash val="dot"/>
                <a:round/>
                <a:headEnd type="none" w="med" len="med"/>
                <a:tailEnd type="none" w="med" len="med"/>
              </a:ln>
            </p:spPr>
          </p:cxnSp>
          <p:cxnSp>
            <p:nvCxnSpPr>
              <p:cNvPr id="449" name="Google Shape;449;p29"/>
              <p:cNvCxnSpPr/>
              <p:nvPr/>
            </p:nvCxnSpPr>
            <p:spPr>
              <a:xfrm>
                <a:off x="1036" y="1682"/>
                <a:ext cx="26" cy="1"/>
              </a:xfrm>
              <a:prstGeom prst="straightConnector1">
                <a:avLst/>
              </a:prstGeom>
              <a:noFill/>
              <a:ln w="9525" cap="flat" cmpd="sng">
                <a:solidFill>
                  <a:srgbClr val="000000"/>
                </a:solidFill>
                <a:prstDash val="dot"/>
                <a:round/>
                <a:headEnd type="none" w="med" len="med"/>
                <a:tailEnd type="none" w="med" len="med"/>
              </a:ln>
            </p:spPr>
          </p:cxnSp>
          <p:cxnSp>
            <p:nvCxnSpPr>
              <p:cNvPr id="450" name="Google Shape;450;p29"/>
              <p:cNvCxnSpPr/>
              <p:nvPr/>
            </p:nvCxnSpPr>
            <p:spPr>
              <a:xfrm>
                <a:off x="1037" y="2001"/>
                <a:ext cx="90" cy="1"/>
              </a:xfrm>
              <a:prstGeom prst="straightConnector1">
                <a:avLst/>
              </a:prstGeom>
              <a:noFill/>
              <a:ln w="9525" cap="flat" cmpd="sng">
                <a:solidFill>
                  <a:srgbClr val="000000"/>
                </a:solidFill>
                <a:prstDash val="dot"/>
                <a:round/>
                <a:headEnd type="none" w="med" len="med"/>
                <a:tailEnd type="none" w="med" len="med"/>
              </a:ln>
            </p:spPr>
          </p:cxnSp>
          <p:cxnSp>
            <p:nvCxnSpPr>
              <p:cNvPr id="451" name="Google Shape;451;p29"/>
              <p:cNvCxnSpPr/>
              <p:nvPr/>
            </p:nvCxnSpPr>
            <p:spPr>
              <a:xfrm rot="10800000" flipH="1">
                <a:off x="1037" y="2111"/>
                <a:ext cx="56" cy="1"/>
              </a:xfrm>
              <a:prstGeom prst="straightConnector1">
                <a:avLst/>
              </a:prstGeom>
              <a:noFill/>
              <a:ln w="9525" cap="flat" cmpd="sng">
                <a:solidFill>
                  <a:srgbClr val="000000"/>
                </a:solidFill>
                <a:prstDash val="dot"/>
                <a:round/>
                <a:headEnd type="none" w="med" len="med"/>
                <a:tailEnd type="none" w="med" len="med"/>
              </a:ln>
            </p:spPr>
          </p:cxnSp>
          <p:cxnSp>
            <p:nvCxnSpPr>
              <p:cNvPr id="452" name="Google Shape;452;p29"/>
              <p:cNvCxnSpPr/>
              <p:nvPr/>
            </p:nvCxnSpPr>
            <p:spPr>
              <a:xfrm rot="10800000" flipH="1">
                <a:off x="1035" y="2237"/>
                <a:ext cx="26" cy="1"/>
              </a:xfrm>
              <a:prstGeom prst="straightConnector1">
                <a:avLst/>
              </a:prstGeom>
              <a:noFill/>
              <a:ln w="9525" cap="flat" cmpd="sng">
                <a:solidFill>
                  <a:srgbClr val="000000"/>
                </a:solidFill>
                <a:prstDash val="dot"/>
                <a:round/>
                <a:headEnd type="none" w="med" len="med"/>
                <a:tailEnd type="none" w="med" len="med"/>
              </a:ln>
            </p:spPr>
          </p:cxnSp>
          <p:cxnSp>
            <p:nvCxnSpPr>
              <p:cNvPr id="453" name="Google Shape;453;p29"/>
              <p:cNvCxnSpPr/>
              <p:nvPr/>
            </p:nvCxnSpPr>
            <p:spPr>
              <a:xfrm>
                <a:off x="1089" y="1841"/>
                <a:ext cx="91" cy="0"/>
              </a:xfrm>
              <a:prstGeom prst="straightConnector1">
                <a:avLst/>
              </a:prstGeom>
              <a:noFill/>
              <a:ln w="9525" cap="flat" cmpd="sng">
                <a:solidFill>
                  <a:srgbClr val="000000"/>
                </a:solidFill>
                <a:prstDash val="dot"/>
                <a:round/>
                <a:headEnd type="none" w="med" len="med"/>
                <a:tailEnd type="none" w="med" len="med"/>
              </a:ln>
            </p:spPr>
          </p:cxnSp>
          <p:cxnSp>
            <p:nvCxnSpPr>
              <p:cNvPr id="454" name="Google Shape;454;p29"/>
              <p:cNvCxnSpPr/>
              <p:nvPr/>
            </p:nvCxnSpPr>
            <p:spPr>
              <a:xfrm>
                <a:off x="646" y="1650"/>
                <a:ext cx="6" cy="411"/>
              </a:xfrm>
              <a:prstGeom prst="straightConnector1">
                <a:avLst/>
              </a:prstGeom>
              <a:noFill/>
              <a:ln w="9525" cap="flat" cmpd="sng">
                <a:solidFill>
                  <a:srgbClr val="000000"/>
                </a:solidFill>
                <a:prstDash val="dot"/>
                <a:round/>
                <a:headEnd type="none" w="med" len="med"/>
                <a:tailEnd type="none" w="med" len="med"/>
              </a:ln>
            </p:spPr>
          </p:cxnSp>
          <p:cxnSp>
            <p:nvCxnSpPr>
              <p:cNvPr id="455" name="Google Shape;455;p29"/>
              <p:cNvCxnSpPr/>
              <p:nvPr/>
            </p:nvCxnSpPr>
            <p:spPr>
              <a:xfrm>
                <a:off x="1127" y="1444"/>
                <a:ext cx="1" cy="557"/>
              </a:xfrm>
              <a:prstGeom prst="straightConnector1">
                <a:avLst/>
              </a:prstGeom>
              <a:noFill/>
              <a:ln w="9525" cap="flat" cmpd="sng">
                <a:solidFill>
                  <a:srgbClr val="000000"/>
                </a:solidFill>
                <a:prstDash val="dot"/>
                <a:round/>
                <a:headEnd type="none" w="med" len="med"/>
                <a:tailEnd type="none" w="med" len="med"/>
              </a:ln>
            </p:spPr>
          </p:cxnSp>
          <p:cxnSp>
            <p:nvCxnSpPr>
              <p:cNvPr id="456" name="Google Shape;456;p29"/>
              <p:cNvCxnSpPr/>
              <p:nvPr/>
            </p:nvCxnSpPr>
            <p:spPr>
              <a:xfrm>
                <a:off x="1127" y="1515"/>
                <a:ext cx="53" cy="0"/>
              </a:xfrm>
              <a:prstGeom prst="straightConnector1">
                <a:avLst/>
              </a:prstGeom>
              <a:noFill/>
              <a:ln w="9525" cap="flat" cmpd="sng">
                <a:solidFill>
                  <a:srgbClr val="000000"/>
                </a:solidFill>
                <a:prstDash val="dot"/>
                <a:round/>
                <a:headEnd type="none" w="med" len="med"/>
                <a:tailEnd type="none" w="med" len="med"/>
              </a:ln>
            </p:spPr>
          </p:cxnSp>
          <p:cxnSp>
            <p:nvCxnSpPr>
              <p:cNvPr id="457" name="Google Shape;457;p29"/>
              <p:cNvCxnSpPr/>
              <p:nvPr/>
            </p:nvCxnSpPr>
            <p:spPr>
              <a:xfrm>
                <a:off x="1089" y="1554"/>
                <a:ext cx="3" cy="555"/>
              </a:xfrm>
              <a:prstGeom prst="straightConnector1">
                <a:avLst/>
              </a:prstGeom>
              <a:noFill/>
              <a:ln w="9525" cap="flat" cmpd="sng">
                <a:solidFill>
                  <a:srgbClr val="000000"/>
                </a:solidFill>
                <a:prstDash val="dot"/>
                <a:round/>
                <a:headEnd type="none" w="med" len="med"/>
                <a:tailEnd type="none" w="med" len="med"/>
              </a:ln>
            </p:spPr>
          </p:cxnSp>
          <p:cxnSp>
            <p:nvCxnSpPr>
              <p:cNvPr id="458" name="Google Shape;458;p29"/>
              <p:cNvCxnSpPr/>
              <p:nvPr/>
            </p:nvCxnSpPr>
            <p:spPr>
              <a:xfrm>
                <a:off x="1057" y="2177"/>
                <a:ext cx="123" cy="0"/>
              </a:xfrm>
              <a:prstGeom prst="straightConnector1">
                <a:avLst/>
              </a:prstGeom>
              <a:noFill/>
              <a:ln w="9525" cap="flat" cmpd="sng">
                <a:solidFill>
                  <a:srgbClr val="000000"/>
                </a:solidFill>
                <a:prstDash val="dot"/>
                <a:round/>
                <a:headEnd type="none" w="med" len="med"/>
                <a:tailEnd type="none" w="med" len="med"/>
              </a:ln>
            </p:spPr>
          </p:cxnSp>
        </p:grpSp>
        <p:sp>
          <p:nvSpPr>
            <p:cNvPr id="459" name="Google Shape;459;p29"/>
            <p:cNvSpPr/>
            <p:nvPr/>
          </p:nvSpPr>
          <p:spPr>
            <a:xfrm>
              <a:off x="252" y="912"/>
              <a:ext cx="2116" cy="21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2"/>
                  </a:solidFill>
                  <a:latin typeface="Verdana"/>
                  <a:ea typeface="Verdana"/>
                  <a:cs typeface="Verdana"/>
                  <a:sym typeface="Verdana"/>
                </a:rPr>
                <a:t>Model of the Digital System</a:t>
              </a:r>
              <a:endParaRPr/>
            </a:p>
          </p:txBody>
        </p:sp>
      </p:grpSp>
      <p:grpSp>
        <p:nvGrpSpPr>
          <p:cNvPr id="460" name="Google Shape;460;p29"/>
          <p:cNvGrpSpPr/>
          <p:nvPr/>
        </p:nvGrpSpPr>
        <p:grpSpPr>
          <a:xfrm>
            <a:off x="2491961" y="2821611"/>
            <a:ext cx="4263371" cy="3728384"/>
            <a:chOff x="1488" y="1730"/>
            <a:chExt cx="2686" cy="2349"/>
          </a:xfrm>
        </p:grpSpPr>
        <p:sp>
          <p:nvSpPr>
            <p:cNvPr id="461" name="Google Shape;461;p29"/>
            <p:cNvSpPr/>
            <p:nvPr/>
          </p:nvSpPr>
          <p:spPr>
            <a:xfrm rot="2700000">
              <a:off x="1584" y="1872"/>
              <a:ext cx="480" cy="192"/>
            </a:xfrm>
            <a:prstGeom prst="rightArrow">
              <a:avLst>
                <a:gd name="adj1" fmla="val 50000"/>
                <a:gd name="adj2" fmla="val 62500"/>
              </a:avLst>
            </a:prstGeom>
            <a:solidFill>
              <a:srgbClr val="0000FF"/>
            </a:solid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2" name="Google Shape;462;p29"/>
            <p:cNvSpPr/>
            <p:nvPr/>
          </p:nvSpPr>
          <p:spPr>
            <a:xfrm rot="8100000">
              <a:off x="3696" y="1920"/>
              <a:ext cx="480" cy="192"/>
            </a:xfrm>
            <a:prstGeom prst="rightArrow">
              <a:avLst>
                <a:gd name="adj1" fmla="val 50000"/>
                <a:gd name="adj2" fmla="val 62500"/>
              </a:avLst>
            </a:prstGeom>
            <a:solidFill>
              <a:srgbClr val="0000FF"/>
            </a:solidFill>
            <a:ln w="12700"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463" name="Google Shape;463;p29"/>
            <p:cNvGrpSpPr/>
            <p:nvPr/>
          </p:nvGrpSpPr>
          <p:grpSpPr>
            <a:xfrm>
              <a:off x="1488" y="1920"/>
              <a:ext cx="2484" cy="1779"/>
              <a:chOff x="519" y="1197"/>
              <a:chExt cx="2926" cy="2019"/>
            </a:xfrm>
          </p:grpSpPr>
          <p:grpSp>
            <p:nvGrpSpPr>
              <p:cNvPr id="464" name="Google Shape;464;p29"/>
              <p:cNvGrpSpPr/>
              <p:nvPr/>
            </p:nvGrpSpPr>
            <p:grpSpPr>
              <a:xfrm>
                <a:off x="1555" y="1197"/>
                <a:ext cx="1890" cy="2019"/>
                <a:chOff x="1176" y="890"/>
                <a:chExt cx="1890" cy="2019"/>
              </a:xfrm>
            </p:grpSpPr>
            <p:sp>
              <p:nvSpPr>
                <p:cNvPr id="465" name="Google Shape;465;p29"/>
                <p:cNvSpPr/>
                <p:nvPr/>
              </p:nvSpPr>
              <p:spPr>
                <a:xfrm>
                  <a:off x="1780" y="1605"/>
                  <a:ext cx="748" cy="84"/>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6" name="Google Shape;466;p29"/>
                <p:cNvSpPr/>
                <p:nvPr/>
              </p:nvSpPr>
              <p:spPr>
                <a:xfrm>
                  <a:off x="1780" y="1605"/>
                  <a:ext cx="748" cy="84"/>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67" name="Google Shape;467;p29"/>
                <p:cNvCxnSpPr/>
                <p:nvPr/>
              </p:nvCxnSpPr>
              <p:spPr>
                <a:xfrm>
                  <a:off x="1889" y="1647"/>
                  <a:ext cx="549" cy="1"/>
                </a:xfrm>
                <a:prstGeom prst="straightConnector1">
                  <a:avLst/>
                </a:prstGeom>
                <a:noFill/>
                <a:ln w="9525" cap="rnd" cmpd="sng">
                  <a:solidFill>
                    <a:srgbClr val="000000"/>
                  </a:solidFill>
                  <a:prstDash val="solid"/>
                  <a:round/>
                  <a:headEnd type="none" w="med" len="med"/>
                  <a:tailEnd type="none" w="med" len="med"/>
                </a:ln>
              </p:spPr>
            </p:cxnSp>
            <p:sp>
              <p:nvSpPr>
                <p:cNvPr id="468" name="Google Shape;468;p29"/>
                <p:cNvSpPr/>
                <p:nvPr/>
              </p:nvSpPr>
              <p:spPr>
                <a:xfrm>
                  <a:off x="1856" y="1634"/>
                  <a:ext cx="35" cy="26"/>
                </a:xfrm>
                <a:custGeom>
                  <a:avLst/>
                  <a:gdLst/>
                  <a:ahLst/>
                  <a:cxnLst/>
                  <a:rect l="l" t="t" r="r" b="b"/>
                  <a:pathLst>
                    <a:path w="35" h="26" extrusionOk="0">
                      <a:moveTo>
                        <a:pt x="35" y="26"/>
                      </a:moveTo>
                      <a:lnTo>
                        <a:pt x="0" y="13"/>
                      </a:lnTo>
                      <a:lnTo>
                        <a:pt x="35" y="0"/>
                      </a:lnTo>
                      <a:lnTo>
                        <a:pt x="35" y="26"/>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9" name="Google Shape;469;p29"/>
                <p:cNvSpPr/>
                <p:nvPr/>
              </p:nvSpPr>
              <p:spPr>
                <a:xfrm>
                  <a:off x="2435" y="1634"/>
                  <a:ext cx="36" cy="26"/>
                </a:xfrm>
                <a:custGeom>
                  <a:avLst/>
                  <a:gdLst/>
                  <a:ahLst/>
                  <a:cxnLst/>
                  <a:rect l="l" t="t" r="r" b="b"/>
                  <a:pathLst>
                    <a:path w="36" h="26" extrusionOk="0">
                      <a:moveTo>
                        <a:pt x="0" y="0"/>
                      </a:moveTo>
                      <a:lnTo>
                        <a:pt x="36"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0" name="Google Shape;470;p29"/>
                <p:cNvSpPr/>
                <p:nvPr/>
              </p:nvSpPr>
              <p:spPr>
                <a:xfrm>
                  <a:off x="1742" y="974"/>
                  <a:ext cx="229" cy="16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1" name="Google Shape;471;p29"/>
                <p:cNvSpPr/>
                <p:nvPr/>
              </p:nvSpPr>
              <p:spPr>
                <a:xfrm>
                  <a:off x="1742" y="974"/>
                  <a:ext cx="229" cy="169"/>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2" name="Google Shape;472;p29"/>
                <p:cNvSpPr/>
                <p:nvPr/>
              </p:nvSpPr>
              <p:spPr>
                <a:xfrm>
                  <a:off x="1780" y="974"/>
                  <a:ext cx="153" cy="169"/>
                </a:xfrm>
                <a:custGeom>
                  <a:avLst/>
                  <a:gdLst/>
                  <a:ahLst/>
                  <a:cxnLst/>
                  <a:rect l="l" t="t" r="r" b="b"/>
                  <a:pathLst>
                    <a:path w="768" h="768" extrusionOk="0">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3" name="Google Shape;473;p29"/>
                <p:cNvSpPr/>
                <p:nvPr/>
              </p:nvSpPr>
              <p:spPr>
                <a:xfrm>
                  <a:off x="1780" y="974"/>
                  <a:ext cx="153" cy="169"/>
                </a:xfrm>
                <a:custGeom>
                  <a:avLst/>
                  <a:gdLst/>
                  <a:ahLst/>
                  <a:cxnLst/>
                  <a:rect l="l" t="t" r="r" b="b"/>
                  <a:pathLst>
                    <a:path w="153" h="169" extrusionOk="0">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4" name="Google Shape;474;p29"/>
                <p:cNvSpPr/>
                <p:nvPr/>
              </p:nvSpPr>
              <p:spPr>
                <a:xfrm>
                  <a:off x="2261" y="974"/>
                  <a:ext cx="229" cy="16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5" name="Google Shape;475;p29"/>
                <p:cNvSpPr/>
                <p:nvPr/>
              </p:nvSpPr>
              <p:spPr>
                <a:xfrm>
                  <a:off x="2261" y="974"/>
                  <a:ext cx="229" cy="169"/>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29"/>
                <p:cNvSpPr/>
                <p:nvPr/>
              </p:nvSpPr>
              <p:spPr>
                <a:xfrm>
                  <a:off x="2299" y="974"/>
                  <a:ext cx="153" cy="169"/>
                </a:xfrm>
                <a:custGeom>
                  <a:avLst/>
                  <a:gdLst/>
                  <a:ahLst/>
                  <a:cxnLst/>
                  <a:rect l="l" t="t" r="r" b="b"/>
                  <a:pathLst>
                    <a:path w="768" h="768" extrusionOk="0">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7" name="Google Shape;477;p29"/>
                <p:cNvSpPr/>
                <p:nvPr/>
              </p:nvSpPr>
              <p:spPr>
                <a:xfrm>
                  <a:off x="2299" y="974"/>
                  <a:ext cx="153" cy="169"/>
                </a:xfrm>
                <a:custGeom>
                  <a:avLst/>
                  <a:gdLst/>
                  <a:ahLst/>
                  <a:cxnLst/>
                  <a:rect l="l" t="t" r="r" b="b"/>
                  <a:pathLst>
                    <a:path w="153" h="169" extrusionOk="0">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8" name="Google Shape;478;p29"/>
                <p:cNvSpPr/>
                <p:nvPr/>
              </p:nvSpPr>
              <p:spPr>
                <a:xfrm>
                  <a:off x="2680" y="1815"/>
                  <a:ext cx="229" cy="169"/>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9" name="Google Shape;479;p29"/>
                <p:cNvSpPr/>
                <p:nvPr/>
              </p:nvSpPr>
              <p:spPr>
                <a:xfrm>
                  <a:off x="2680" y="1815"/>
                  <a:ext cx="229" cy="169"/>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0" name="Google Shape;480;p29"/>
                <p:cNvSpPr/>
                <p:nvPr/>
              </p:nvSpPr>
              <p:spPr>
                <a:xfrm>
                  <a:off x="2719" y="1815"/>
                  <a:ext cx="152" cy="169"/>
                </a:xfrm>
                <a:custGeom>
                  <a:avLst/>
                  <a:gdLst/>
                  <a:ahLst/>
                  <a:cxnLst/>
                  <a:rect l="l" t="t" r="r" b="b"/>
                  <a:pathLst>
                    <a:path w="768" h="768" extrusionOk="0">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1" name="Google Shape;481;p29"/>
                <p:cNvSpPr/>
                <p:nvPr/>
              </p:nvSpPr>
              <p:spPr>
                <a:xfrm>
                  <a:off x="2719" y="1815"/>
                  <a:ext cx="152" cy="169"/>
                </a:xfrm>
                <a:custGeom>
                  <a:avLst/>
                  <a:gdLst/>
                  <a:ahLst/>
                  <a:cxnLst/>
                  <a:rect l="l" t="t" r="r" b="b"/>
                  <a:pathLst>
                    <a:path w="152" h="169" extrusionOk="0">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2" name="Google Shape;482;p29"/>
                <p:cNvSpPr/>
                <p:nvPr/>
              </p:nvSpPr>
              <p:spPr>
                <a:xfrm>
                  <a:off x="1809" y="1269"/>
                  <a:ext cx="114" cy="126"/>
                </a:xfrm>
                <a:prstGeom prst="rect">
                  <a:avLst/>
                </a:prstGeom>
                <a:solidFill>
                  <a:srgbClr val="00FF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3" name="Google Shape;483;p29"/>
                <p:cNvSpPr/>
                <p:nvPr/>
              </p:nvSpPr>
              <p:spPr>
                <a:xfrm>
                  <a:off x="1809" y="1269"/>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4" name="Google Shape;484;p29"/>
                <p:cNvSpPr/>
                <p:nvPr/>
              </p:nvSpPr>
              <p:spPr>
                <a:xfrm>
                  <a:off x="2328" y="1269"/>
                  <a:ext cx="114" cy="126"/>
                </a:xfrm>
                <a:prstGeom prst="rect">
                  <a:avLst/>
                </a:prstGeom>
                <a:solidFill>
                  <a:srgbClr val="0000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29"/>
                <p:cNvSpPr/>
                <p:nvPr/>
              </p:nvSpPr>
              <p:spPr>
                <a:xfrm>
                  <a:off x="2328" y="1269"/>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29"/>
                <p:cNvSpPr/>
                <p:nvPr/>
              </p:nvSpPr>
              <p:spPr>
                <a:xfrm>
                  <a:off x="2299" y="1857"/>
                  <a:ext cx="114" cy="127"/>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7" name="Google Shape;487;p29"/>
                <p:cNvSpPr/>
                <p:nvPr/>
              </p:nvSpPr>
              <p:spPr>
                <a:xfrm>
                  <a:off x="2299" y="1857"/>
                  <a:ext cx="114" cy="127"/>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8" name="Google Shape;488;p29"/>
                <p:cNvSpPr/>
                <p:nvPr/>
              </p:nvSpPr>
              <p:spPr>
                <a:xfrm>
                  <a:off x="1780" y="2446"/>
                  <a:ext cx="114" cy="126"/>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9" name="Google Shape;489;p29"/>
                <p:cNvSpPr/>
                <p:nvPr/>
              </p:nvSpPr>
              <p:spPr>
                <a:xfrm>
                  <a:off x="1780" y="2446"/>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0" name="Google Shape;490;p29"/>
                <p:cNvSpPr/>
                <p:nvPr/>
              </p:nvSpPr>
              <p:spPr>
                <a:xfrm>
                  <a:off x="2299" y="2194"/>
                  <a:ext cx="114" cy="126"/>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1" name="Google Shape;491;p29"/>
                <p:cNvSpPr/>
                <p:nvPr/>
              </p:nvSpPr>
              <p:spPr>
                <a:xfrm>
                  <a:off x="2299" y="2194"/>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2" name="Google Shape;492;p29"/>
                <p:cNvSpPr/>
                <p:nvPr/>
              </p:nvSpPr>
              <p:spPr>
                <a:xfrm>
                  <a:off x="2299" y="2446"/>
                  <a:ext cx="114" cy="126"/>
                </a:xfrm>
                <a:prstGeom prst="rect">
                  <a:avLst/>
                </a:prstGeom>
                <a:solidFill>
                  <a:srgbClr val="C0C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3" name="Google Shape;493;p29"/>
                <p:cNvSpPr/>
                <p:nvPr/>
              </p:nvSpPr>
              <p:spPr>
                <a:xfrm>
                  <a:off x="2299" y="2446"/>
                  <a:ext cx="114" cy="126"/>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29"/>
                <p:cNvSpPr/>
                <p:nvPr/>
              </p:nvSpPr>
              <p:spPr>
                <a:xfrm>
                  <a:off x="1180" y="1317"/>
                  <a:ext cx="603" cy="196"/>
                </a:xfrm>
                <a:custGeom>
                  <a:avLst/>
                  <a:gdLst/>
                  <a:ahLst/>
                  <a:cxnLst/>
                  <a:rect l="l" t="t" r="r" b="b"/>
                  <a:pathLst>
                    <a:path w="426" h="505" extrusionOk="0">
                      <a:moveTo>
                        <a:pt x="0" y="505"/>
                      </a:moveTo>
                      <a:lnTo>
                        <a:pt x="229" y="505"/>
                      </a:lnTo>
                      <a:lnTo>
                        <a:pt x="229" y="0"/>
                      </a:lnTo>
                      <a:lnTo>
                        <a:pt x="426" y="0"/>
                      </a:lnTo>
                    </a:path>
                  </a:pathLst>
                </a:custGeom>
                <a:noFill/>
                <a:ln w="9525"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5" name="Google Shape;495;p29"/>
                <p:cNvSpPr/>
                <p:nvPr/>
              </p:nvSpPr>
              <p:spPr>
                <a:xfrm>
                  <a:off x="1783" y="1304"/>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96" name="Google Shape;496;p29"/>
                <p:cNvCxnSpPr/>
                <p:nvPr/>
              </p:nvCxnSpPr>
              <p:spPr>
                <a:xfrm>
                  <a:off x="1856" y="1143"/>
                  <a:ext cx="1" cy="126"/>
                </a:xfrm>
                <a:prstGeom prst="straightConnector1">
                  <a:avLst/>
                </a:prstGeom>
                <a:noFill/>
                <a:ln w="9525" cap="rnd" cmpd="sng">
                  <a:solidFill>
                    <a:srgbClr val="000000"/>
                  </a:solidFill>
                  <a:prstDash val="solid"/>
                  <a:round/>
                  <a:headEnd type="none" w="med" len="med"/>
                  <a:tailEnd type="none" w="med" len="med"/>
                </a:ln>
              </p:spPr>
            </p:cxnSp>
            <p:cxnSp>
              <p:nvCxnSpPr>
                <p:cNvPr id="497" name="Google Shape;497;p29"/>
                <p:cNvCxnSpPr/>
                <p:nvPr/>
              </p:nvCxnSpPr>
              <p:spPr>
                <a:xfrm>
                  <a:off x="1856" y="1395"/>
                  <a:ext cx="1" cy="210"/>
                </a:xfrm>
                <a:prstGeom prst="straightConnector1">
                  <a:avLst/>
                </a:prstGeom>
                <a:noFill/>
                <a:ln w="9525" cap="rnd" cmpd="sng">
                  <a:solidFill>
                    <a:srgbClr val="000000"/>
                  </a:solidFill>
                  <a:prstDash val="solid"/>
                  <a:round/>
                  <a:headEnd type="none" w="med" len="med"/>
                  <a:tailEnd type="none" w="med" len="med"/>
                </a:ln>
              </p:spPr>
            </p:cxnSp>
            <p:cxnSp>
              <p:nvCxnSpPr>
                <p:cNvPr id="498" name="Google Shape;498;p29"/>
                <p:cNvCxnSpPr/>
                <p:nvPr/>
              </p:nvCxnSpPr>
              <p:spPr>
                <a:xfrm>
                  <a:off x="2375" y="1143"/>
                  <a:ext cx="1" cy="126"/>
                </a:xfrm>
                <a:prstGeom prst="straightConnector1">
                  <a:avLst/>
                </a:prstGeom>
                <a:noFill/>
                <a:ln w="9525" cap="rnd" cmpd="sng">
                  <a:solidFill>
                    <a:srgbClr val="000000"/>
                  </a:solidFill>
                  <a:prstDash val="solid"/>
                  <a:round/>
                  <a:headEnd type="none" w="med" len="med"/>
                  <a:tailEnd type="none" w="med" len="med"/>
                </a:ln>
              </p:spPr>
            </p:cxnSp>
            <p:cxnSp>
              <p:nvCxnSpPr>
                <p:cNvPr id="499" name="Google Shape;499;p29"/>
                <p:cNvCxnSpPr/>
                <p:nvPr/>
              </p:nvCxnSpPr>
              <p:spPr>
                <a:xfrm>
                  <a:off x="2375" y="1395"/>
                  <a:ext cx="1" cy="210"/>
                </a:xfrm>
                <a:prstGeom prst="straightConnector1">
                  <a:avLst/>
                </a:prstGeom>
                <a:noFill/>
                <a:ln w="9525" cap="rnd" cmpd="sng">
                  <a:solidFill>
                    <a:srgbClr val="000000"/>
                  </a:solidFill>
                  <a:prstDash val="solid"/>
                  <a:round/>
                  <a:headEnd type="none" w="med" len="med"/>
                  <a:tailEnd type="none" w="med" len="med"/>
                </a:ln>
              </p:spPr>
            </p:cxnSp>
            <p:cxnSp>
              <p:nvCxnSpPr>
                <p:cNvPr id="500" name="Google Shape;500;p29"/>
                <p:cNvCxnSpPr/>
                <p:nvPr/>
              </p:nvCxnSpPr>
              <p:spPr>
                <a:xfrm>
                  <a:off x="2375" y="1689"/>
                  <a:ext cx="1" cy="168"/>
                </a:xfrm>
                <a:prstGeom prst="straightConnector1">
                  <a:avLst/>
                </a:prstGeom>
                <a:noFill/>
                <a:ln w="9525" cap="rnd" cmpd="sng">
                  <a:solidFill>
                    <a:srgbClr val="000000"/>
                  </a:solidFill>
                  <a:prstDash val="solid"/>
                  <a:round/>
                  <a:headEnd type="none" w="med" len="med"/>
                  <a:tailEnd type="none" w="med" len="med"/>
                </a:ln>
              </p:spPr>
            </p:cxnSp>
            <p:cxnSp>
              <p:nvCxnSpPr>
                <p:cNvPr id="501" name="Google Shape;501;p29"/>
                <p:cNvCxnSpPr/>
                <p:nvPr/>
              </p:nvCxnSpPr>
              <p:spPr>
                <a:xfrm>
                  <a:off x="2375" y="1984"/>
                  <a:ext cx="1" cy="210"/>
                </a:xfrm>
                <a:prstGeom prst="straightConnector1">
                  <a:avLst/>
                </a:prstGeom>
                <a:noFill/>
                <a:ln w="9525" cap="rnd" cmpd="sng">
                  <a:solidFill>
                    <a:srgbClr val="000000"/>
                  </a:solidFill>
                  <a:prstDash val="solid"/>
                  <a:round/>
                  <a:headEnd type="none" w="med" len="med"/>
                  <a:tailEnd type="none" w="med" len="med"/>
                </a:ln>
              </p:spPr>
            </p:cxnSp>
            <p:cxnSp>
              <p:nvCxnSpPr>
                <p:cNvPr id="502" name="Google Shape;502;p29"/>
                <p:cNvCxnSpPr/>
                <p:nvPr/>
              </p:nvCxnSpPr>
              <p:spPr>
                <a:xfrm>
                  <a:off x="1856" y="1689"/>
                  <a:ext cx="1" cy="757"/>
                </a:xfrm>
                <a:prstGeom prst="straightConnector1">
                  <a:avLst/>
                </a:prstGeom>
                <a:noFill/>
                <a:ln w="9525" cap="rnd" cmpd="sng">
                  <a:solidFill>
                    <a:srgbClr val="000000"/>
                  </a:solidFill>
                  <a:prstDash val="solid"/>
                  <a:round/>
                  <a:headEnd type="none" w="med" len="med"/>
                  <a:tailEnd type="none" w="med" len="med"/>
                </a:ln>
              </p:spPr>
            </p:cxnSp>
            <p:sp>
              <p:nvSpPr>
                <p:cNvPr id="503" name="Google Shape;503;p29"/>
                <p:cNvSpPr/>
                <p:nvPr/>
              </p:nvSpPr>
              <p:spPr>
                <a:xfrm>
                  <a:off x="1856" y="2572"/>
                  <a:ext cx="954" cy="211"/>
                </a:xfrm>
                <a:custGeom>
                  <a:avLst/>
                  <a:gdLst/>
                  <a:ahLst/>
                  <a:cxnLst/>
                  <a:rect l="l" t="t" r="r" b="b"/>
                  <a:pathLst>
                    <a:path w="954" h="211" extrusionOk="0">
                      <a:moveTo>
                        <a:pt x="0" y="0"/>
                      </a:moveTo>
                      <a:lnTo>
                        <a:pt x="0" y="211"/>
                      </a:lnTo>
                      <a:lnTo>
                        <a:pt x="954" y="211"/>
                      </a:lnTo>
                    </a:path>
                  </a:pathLst>
                </a:custGeom>
                <a:noFill/>
                <a:ln w="9525"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4" name="Google Shape;504;p29"/>
                <p:cNvSpPr/>
                <p:nvPr/>
              </p:nvSpPr>
              <p:spPr>
                <a:xfrm>
                  <a:off x="2375" y="2572"/>
                  <a:ext cx="305" cy="126"/>
                </a:xfrm>
                <a:custGeom>
                  <a:avLst/>
                  <a:gdLst/>
                  <a:ahLst/>
                  <a:cxnLst/>
                  <a:rect l="l" t="t" r="r" b="b"/>
                  <a:pathLst>
                    <a:path w="305" h="126" extrusionOk="0">
                      <a:moveTo>
                        <a:pt x="0" y="0"/>
                      </a:moveTo>
                      <a:lnTo>
                        <a:pt x="0" y="126"/>
                      </a:lnTo>
                      <a:lnTo>
                        <a:pt x="305" y="126"/>
                      </a:lnTo>
                    </a:path>
                  </a:pathLst>
                </a:custGeom>
                <a:noFill/>
                <a:ln w="9525" cap="rnd"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05" name="Google Shape;505;p29"/>
                <p:cNvCxnSpPr/>
                <p:nvPr/>
              </p:nvCxnSpPr>
              <p:spPr>
                <a:xfrm>
                  <a:off x="2642" y="2783"/>
                  <a:ext cx="38" cy="1"/>
                </a:xfrm>
                <a:prstGeom prst="straightConnector1">
                  <a:avLst/>
                </a:prstGeom>
                <a:noFill/>
                <a:ln w="9525" cap="rnd" cmpd="sng">
                  <a:solidFill>
                    <a:srgbClr val="000000"/>
                  </a:solidFill>
                  <a:prstDash val="solid"/>
                  <a:round/>
                  <a:headEnd type="none" w="med" len="med"/>
                  <a:tailEnd type="none" w="med" len="med"/>
                </a:ln>
              </p:spPr>
            </p:cxnSp>
            <p:sp>
              <p:nvSpPr>
                <p:cNvPr id="506" name="Google Shape;506;p29"/>
                <p:cNvSpPr/>
                <p:nvPr/>
              </p:nvSpPr>
              <p:spPr>
                <a:xfrm>
                  <a:off x="2642" y="2572"/>
                  <a:ext cx="305" cy="337"/>
                </a:xfrm>
                <a:custGeom>
                  <a:avLst/>
                  <a:gdLst/>
                  <a:ahLst/>
                  <a:cxnLst/>
                  <a:rect l="l" t="t" r="r" b="b"/>
                  <a:pathLst>
                    <a:path w="1536" h="1536" extrusionOk="0">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29"/>
                <p:cNvSpPr/>
                <p:nvPr/>
              </p:nvSpPr>
              <p:spPr>
                <a:xfrm>
                  <a:off x="2642" y="2572"/>
                  <a:ext cx="305" cy="337"/>
                </a:xfrm>
                <a:custGeom>
                  <a:avLst/>
                  <a:gdLst/>
                  <a:ahLst/>
                  <a:cxnLst/>
                  <a:rect l="l" t="t" r="r" b="b"/>
                  <a:pathLst>
                    <a:path w="305" h="337" extrusionOk="0">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8" name="Google Shape;508;p29"/>
                <p:cNvSpPr/>
                <p:nvPr/>
              </p:nvSpPr>
              <p:spPr>
                <a:xfrm>
                  <a:off x="2725" y="2659"/>
                  <a:ext cx="207"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Plant </a:t>
                  </a:r>
                  <a:endParaRPr sz="1800">
                    <a:solidFill>
                      <a:schemeClr val="dk1"/>
                    </a:solidFill>
                    <a:latin typeface="Arial"/>
                    <a:ea typeface="Arial"/>
                    <a:cs typeface="Arial"/>
                    <a:sym typeface="Arial"/>
                  </a:endParaRPr>
                </a:p>
              </p:txBody>
            </p:sp>
            <p:sp>
              <p:nvSpPr>
                <p:cNvPr id="509" name="Google Shape;509;p29"/>
                <p:cNvSpPr/>
                <p:nvPr/>
              </p:nvSpPr>
              <p:spPr>
                <a:xfrm>
                  <a:off x="2711" y="2736"/>
                  <a:ext cx="218"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Model</a:t>
                  </a:r>
                  <a:endParaRPr sz="1800">
                    <a:solidFill>
                      <a:schemeClr val="dk1"/>
                    </a:solidFill>
                    <a:latin typeface="Arial"/>
                    <a:ea typeface="Arial"/>
                    <a:cs typeface="Arial"/>
                    <a:sym typeface="Arial"/>
                  </a:endParaRPr>
                </a:p>
              </p:txBody>
            </p:sp>
            <p:cxnSp>
              <p:nvCxnSpPr>
                <p:cNvPr id="510" name="Google Shape;510;p29"/>
                <p:cNvCxnSpPr/>
                <p:nvPr/>
              </p:nvCxnSpPr>
              <p:spPr>
                <a:xfrm>
                  <a:off x="2375" y="2320"/>
                  <a:ext cx="1" cy="126"/>
                </a:xfrm>
                <a:prstGeom prst="straightConnector1">
                  <a:avLst/>
                </a:prstGeom>
                <a:noFill/>
                <a:ln w="9525" cap="rnd" cmpd="sng">
                  <a:solidFill>
                    <a:srgbClr val="000000"/>
                  </a:solidFill>
                  <a:prstDash val="solid"/>
                  <a:round/>
                  <a:headEnd type="none" w="med" len="med"/>
                  <a:tailEnd type="none" w="med" len="med"/>
                </a:ln>
              </p:spPr>
            </p:cxnSp>
            <p:cxnSp>
              <p:nvCxnSpPr>
                <p:cNvPr id="511" name="Google Shape;511;p29"/>
                <p:cNvCxnSpPr/>
                <p:nvPr/>
              </p:nvCxnSpPr>
              <p:spPr>
                <a:xfrm>
                  <a:off x="2413" y="2488"/>
                  <a:ext cx="267" cy="1"/>
                </a:xfrm>
                <a:prstGeom prst="straightConnector1">
                  <a:avLst/>
                </a:prstGeom>
                <a:noFill/>
                <a:ln w="9525" cap="rnd" cmpd="sng">
                  <a:solidFill>
                    <a:srgbClr val="000000"/>
                  </a:solidFill>
                  <a:prstDash val="solid"/>
                  <a:round/>
                  <a:headEnd type="none" w="med" len="med"/>
                  <a:tailEnd type="none" w="med" len="med"/>
                </a:ln>
              </p:spPr>
            </p:cxnSp>
            <p:sp>
              <p:nvSpPr>
                <p:cNvPr id="512" name="Google Shape;512;p29"/>
                <p:cNvSpPr/>
                <p:nvPr/>
              </p:nvSpPr>
              <p:spPr>
                <a:xfrm>
                  <a:off x="2680" y="2446"/>
                  <a:ext cx="153" cy="42"/>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3" name="Google Shape;513;p29"/>
                <p:cNvSpPr/>
                <p:nvPr/>
              </p:nvSpPr>
              <p:spPr>
                <a:xfrm>
                  <a:off x="2680" y="2446"/>
                  <a:ext cx="153" cy="42"/>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4" name="Google Shape;514;p29"/>
                <p:cNvSpPr/>
                <p:nvPr/>
              </p:nvSpPr>
              <p:spPr>
                <a:xfrm>
                  <a:off x="2413" y="1899"/>
                  <a:ext cx="267" cy="1"/>
                </a:xfrm>
                <a:custGeom>
                  <a:avLst/>
                  <a:gdLst/>
                  <a:ahLst/>
                  <a:cxnLst/>
                  <a:rect l="l" t="t" r="r" b="b"/>
                  <a:pathLst>
                    <a:path w="267" h="120000" extrusionOk="0">
                      <a:moveTo>
                        <a:pt x="0" y="0"/>
                      </a:moveTo>
                      <a:lnTo>
                        <a:pt x="267" y="0"/>
                      </a:lnTo>
                      <a:lnTo>
                        <a:pt x="0" y="0"/>
                      </a:lnTo>
                      <a:close/>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15" name="Google Shape;515;p29"/>
                <p:cNvCxnSpPr/>
                <p:nvPr/>
              </p:nvCxnSpPr>
              <p:spPr>
                <a:xfrm rot="10800000" flipH="1">
                  <a:off x="1262" y="2488"/>
                  <a:ext cx="486" cy="1"/>
                </a:xfrm>
                <a:prstGeom prst="straightConnector1">
                  <a:avLst/>
                </a:prstGeom>
                <a:noFill/>
                <a:ln w="9525" cap="rnd" cmpd="sng">
                  <a:solidFill>
                    <a:srgbClr val="000000"/>
                  </a:solidFill>
                  <a:prstDash val="solid"/>
                  <a:round/>
                  <a:headEnd type="none" w="med" len="med"/>
                  <a:tailEnd type="none" w="med" len="med"/>
                </a:ln>
              </p:spPr>
            </p:cxnSp>
            <p:sp>
              <p:nvSpPr>
                <p:cNvPr id="516" name="Google Shape;516;p29"/>
                <p:cNvSpPr/>
                <p:nvPr/>
              </p:nvSpPr>
              <p:spPr>
                <a:xfrm>
                  <a:off x="1745" y="2475"/>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17" name="Google Shape;517;p29"/>
                <p:cNvCxnSpPr/>
                <p:nvPr/>
              </p:nvCxnSpPr>
              <p:spPr>
                <a:xfrm>
                  <a:off x="1346" y="2279"/>
                  <a:ext cx="921" cy="1"/>
                </a:xfrm>
                <a:prstGeom prst="straightConnector1">
                  <a:avLst/>
                </a:prstGeom>
                <a:noFill/>
                <a:ln w="9525" cap="rnd" cmpd="sng">
                  <a:solidFill>
                    <a:srgbClr val="000000"/>
                  </a:solidFill>
                  <a:prstDash val="solid"/>
                  <a:round/>
                  <a:headEnd type="none" w="med" len="med"/>
                  <a:tailEnd type="none" w="med" len="med"/>
                </a:ln>
              </p:spPr>
            </p:cxnSp>
            <p:sp>
              <p:nvSpPr>
                <p:cNvPr id="518" name="Google Shape;518;p29"/>
                <p:cNvSpPr/>
                <p:nvPr/>
              </p:nvSpPr>
              <p:spPr>
                <a:xfrm>
                  <a:off x="2264" y="2266"/>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19" name="Google Shape;519;p29"/>
                <p:cNvCxnSpPr/>
                <p:nvPr/>
              </p:nvCxnSpPr>
              <p:spPr>
                <a:xfrm>
                  <a:off x="1509" y="1647"/>
                  <a:ext cx="239" cy="1"/>
                </a:xfrm>
                <a:prstGeom prst="straightConnector1">
                  <a:avLst/>
                </a:prstGeom>
                <a:noFill/>
                <a:ln w="9525" cap="rnd" cmpd="sng">
                  <a:solidFill>
                    <a:srgbClr val="000000"/>
                  </a:solidFill>
                  <a:prstDash val="solid"/>
                  <a:round/>
                  <a:headEnd type="none" w="med" len="med"/>
                  <a:tailEnd type="none" w="med" len="med"/>
                </a:ln>
              </p:spPr>
            </p:cxnSp>
            <p:sp>
              <p:nvSpPr>
                <p:cNvPr id="520" name="Google Shape;520;p29"/>
                <p:cNvSpPr/>
                <p:nvPr/>
              </p:nvSpPr>
              <p:spPr>
                <a:xfrm>
                  <a:off x="1745" y="1634"/>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1" name="Google Shape;521;p29"/>
                <p:cNvSpPr/>
                <p:nvPr/>
              </p:nvSpPr>
              <p:spPr>
                <a:xfrm>
                  <a:off x="1448" y="2197"/>
                  <a:ext cx="328"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AntiSkid </a:t>
                  </a:r>
                  <a:endParaRPr sz="1800">
                    <a:solidFill>
                      <a:schemeClr val="dk1"/>
                    </a:solidFill>
                    <a:latin typeface="Arial"/>
                    <a:ea typeface="Arial"/>
                    <a:cs typeface="Arial"/>
                    <a:sym typeface="Arial"/>
                  </a:endParaRPr>
                </a:p>
              </p:txBody>
            </p:sp>
            <p:sp>
              <p:nvSpPr>
                <p:cNvPr id="522" name="Google Shape;522;p29"/>
                <p:cNvSpPr/>
                <p:nvPr/>
              </p:nvSpPr>
              <p:spPr>
                <a:xfrm>
                  <a:off x="1420" y="2273"/>
                  <a:ext cx="369"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Command</a:t>
                  </a:r>
                  <a:endParaRPr sz="1800">
                    <a:solidFill>
                      <a:schemeClr val="dk1"/>
                    </a:solidFill>
                    <a:latin typeface="Arial"/>
                    <a:ea typeface="Arial"/>
                    <a:cs typeface="Arial"/>
                    <a:sym typeface="Arial"/>
                  </a:endParaRPr>
                </a:p>
              </p:txBody>
            </p:sp>
            <p:sp>
              <p:nvSpPr>
                <p:cNvPr id="523" name="Google Shape;523;p29"/>
                <p:cNvSpPr/>
                <p:nvPr/>
              </p:nvSpPr>
              <p:spPr>
                <a:xfrm>
                  <a:off x="1433" y="2410"/>
                  <a:ext cx="303"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Braking </a:t>
                  </a:r>
                  <a:endParaRPr sz="1800">
                    <a:solidFill>
                      <a:schemeClr val="dk1"/>
                    </a:solidFill>
                    <a:latin typeface="Arial"/>
                    <a:ea typeface="Arial"/>
                    <a:cs typeface="Arial"/>
                    <a:sym typeface="Arial"/>
                  </a:endParaRPr>
                </a:p>
              </p:txBody>
            </p:sp>
            <p:sp>
              <p:nvSpPr>
                <p:cNvPr id="524" name="Google Shape;524;p29"/>
                <p:cNvSpPr/>
                <p:nvPr/>
              </p:nvSpPr>
              <p:spPr>
                <a:xfrm>
                  <a:off x="1684" y="2410"/>
                  <a:ext cx="65"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 </a:t>
                  </a:r>
                  <a:endParaRPr sz="1800">
                    <a:solidFill>
                      <a:schemeClr val="dk1"/>
                    </a:solidFill>
                    <a:latin typeface="Arial"/>
                    <a:ea typeface="Arial"/>
                    <a:cs typeface="Arial"/>
                    <a:sym typeface="Arial"/>
                  </a:endParaRPr>
                </a:p>
              </p:txBody>
            </p:sp>
            <p:sp>
              <p:nvSpPr>
                <p:cNvPr id="525" name="Google Shape;525;p29"/>
                <p:cNvSpPr/>
                <p:nvPr/>
              </p:nvSpPr>
              <p:spPr>
                <a:xfrm>
                  <a:off x="1448" y="2488"/>
                  <a:ext cx="328"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AntiSkid </a:t>
                  </a:r>
                  <a:endParaRPr sz="1800">
                    <a:solidFill>
                      <a:schemeClr val="dk1"/>
                    </a:solidFill>
                    <a:latin typeface="Arial"/>
                    <a:ea typeface="Arial"/>
                    <a:cs typeface="Arial"/>
                    <a:sym typeface="Arial"/>
                  </a:endParaRPr>
                </a:p>
              </p:txBody>
            </p:sp>
            <p:sp>
              <p:nvSpPr>
                <p:cNvPr id="526" name="Google Shape;526;p29"/>
                <p:cNvSpPr/>
                <p:nvPr/>
              </p:nvSpPr>
              <p:spPr>
                <a:xfrm>
                  <a:off x="1420" y="2565"/>
                  <a:ext cx="369"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Command</a:t>
                  </a:r>
                  <a:endParaRPr sz="1800">
                    <a:solidFill>
                      <a:schemeClr val="dk1"/>
                    </a:solidFill>
                    <a:latin typeface="Arial"/>
                    <a:ea typeface="Arial"/>
                    <a:cs typeface="Arial"/>
                    <a:sym typeface="Arial"/>
                  </a:endParaRPr>
                </a:p>
              </p:txBody>
            </p:sp>
            <p:sp>
              <p:nvSpPr>
                <p:cNvPr id="527" name="Google Shape;527;p29"/>
                <p:cNvSpPr/>
                <p:nvPr/>
              </p:nvSpPr>
              <p:spPr>
                <a:xfrm>
                  <a:off x="1679" y="890"/>
                  <a:ext cx="450"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Green Pump</a:t>
                  </a:r>
                  <a:endParaRPr sz="1800">
                    <a:solidFill>
                      <a:schemeClr val="dk1"/>
                    </a:solidFill>
                    <a:latin typeface="Arial"/>
                    <a:ea typeface="Arial"/>
                    <a:cs typeface="Arial"/>
                    <a:sym typeface="Arial"/>
                  </a:endParaRPr>
                </a:p>
              </p:txBody>
            </p:sp>
            <p:sp>
              <p:nvSpPr>
                <p:cNvPr id="528" name="Google Shape;528;p29"/>
                <p:cNvSpPr/>
                <p:nvPr/>
              </p:nvSpPr>
              <p:spPr>
                <a:xfrm>
                  <a:off x="2222" y="890"/>
                  <a:ext cx="395"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Blue Pump</a:t>
                  </a:r>
                  <a:endParaRPr sz="1800">
                    <a:solidFill>
                      <a:schemeClr val="dk1"/>
                    </a:solidFill>
                    <a:latin typeface="Arial"/>
                    <a:ea typeface="Arial"/>
                    <a:cs typeface="Arial"/>
                    <a:sym typeface="Arial"/>
                  </a:endParaRPr>
                </a:p>
              </p:txBody>
            </p:sp>
            <p:sp>
              <p:nvSpPr>
                <p:cNvPr id="529" name="Google Shape;529;p29"/>
                <p:cNvSpPr/>
                <p:nvPr/>
              </p:nvSpPr>
              <p:spPr>
                <a:xfrm>
                  <a:off x="2125" y="1184"/>
                  <a:ext cx="531"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Isolation Valve</a:t>
                  </a:r>
                  <a:endParaRPr sz="1800">
                    <a:solidFill>
                      <a:schemeClr val="dk1"/>
                    </a:solidFill>
                    <a:latin typeface="Arial"/>
                    <a:ea typeface="Arial"/>
                    <a:cs typeface="Arial"/>
                    <a:sym typeface="Arial"/>
                  </a:endParaRPr>
                </a:p>
              </p:txBody>
            </p:sp>
            <p:sp>
              <p:nvSpPr>
                <p:cNvPr id="530" name="Google Shape;530;p29"/>
                <p:cNvSpPr/>
                <p:nvPr/>
              </p:nvSpPr>
              <p:spPr>
                <a:xfrm>
                  <a:off x="1621" y="1184"/>
                  <a:ext cx="532"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Isolation Valve</a:t>
                  </a:r>
                  <a:endParaRPr sz="1800">
                    <a:solidFill>
                      <a:schemeClr val="dk1"/>
                    </a:solidFill>
                    <a:latin typeface="Arial"/>
                    <a:ea typeface="Arial"/>
                    <a:cs typeface="Arial"/>
                    <a:sym typeface="Arial"/>
                  </a:endParaRPr>
                </a:p>
              </p:txBody>
            </p:sp>
            <p:sp>
              <p:nvSpPr>
                <p:cNvPr id="531" name="Google Shape;531;p29"/>
                <p:cNvSpPr/>
                <p:nvPr/>
              </p:nvSpPr>
              <p:spPr>
                <a:xfrm>
                  <a:off x="1423" y="1654"/>
                  <a:ext cx="189"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Shut </a:t>
                  </a:r>
                  <a:endParaRPr sz="1800">
                    <a:solidFill>
                      <a:schemeClr val="dk1"/>
                    </a:solidFill>
                    <a:latin typeface="Arial"/>
                    <a:ea typeface="Arial"/>
                    <a:cs typeface="Arial"/>
                    <a:sym typeface="Arial"/>
                  </a:endParaRPr>
                </a:p>
              </p:txBody>
            </p:sp>
            <p:sp>
              <p:nvSpPr>
                <p:cNvPr id="532" name="Google Shape;532;p29"/>
                <p:cNvSpPr/>
                <p:nvPr/>
              </p:nvSpPr>
              <p:spPr>
                <a:xfrm>
                  <a:off x="1383" y="1731"/>
                  <a:ext cx="282"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Normal </a:t>
                  </a:r>
                  <a:endParaRPr sz="1800">
                    <a:solidFill>
                      <a:schemeClr val="dk1"/>
                    </a:solidFill>
                    <a:latin typeface="Arial"/>
                    <a:ea typeface="Arial"/>
                    <a:cs typeface="Arial"/>
                    <a:sym typeface="Arial"/>
                  </a:endParaRPr>
                </a:p>
              </p:txBody>
            </p:sp>
            <p:sp>
              <p:nvSpPr>
                <p:cNvPr id="533" name="Google Shape;533;p29"/>
                <p:cNvSpPr/>
                <p:nvPr/>
              </p:nvSpPr>
              <p:spPr>
                <a:xfrm>
                  <a:off x="1380" y="1808"/>
                  <a:ext cx="270"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System</a:t>
                  </a:r>
                  <a:endParaRPr sz="1800">
                    <a:solidFill>
                      <a:schemeClr val="dk1"/>
                    </a:solidFill>
                    <a:latin typeface="Arial"/>
                    <a:ea typeface="Arial"/>
                    <a:cs typeface="Arial"/>
                    <a:sym typeface="Arial"/>
                  </a:endParaRPr>
                </a:p>
              </p:txBody>
            </p:sp>
            <p:sp>
              <p:nvSpPr>
                <p:cNvPr id="534" name="Google Shape;534;p29"/>
                <p:cNvSpPr/>
                <p:nvPr/>
              </p:nvSpPr>
              <p:spPr>
                <a:xfrm>
                  <a:off x="1804" y="1758"/>
                  <a:ext cx="47" cy="7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535" name="Google Shape;535;p29"/>
                <p:cNvSpPr/>
                <p:nvPr/>
              </p:nvSpPr>
              <p:spPr>
                <a:xfrm>
                  <a:off x="1803" y="1825"/>
                  <a:ext cx="52" cy="7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O</a:t>
                  </a:r>
                  <a:endParaRPr sz="1800">
                    <a:solidFill>
                      <a:schemeClr val="dk1"/>
                    </a:solidFill>
                    <a:latin typeface="Arial"/>
                    <a:ea typeface="Arial"/>
                    <a:cs typeface="Arial"/>
                    <a:sym typeface="Arial"/>
                  </a:endParaRPr>
                </a:p>
              </p:txBody>
            </p:sp>
            <p:sp>
              <p:nvSpPr>
                <p:cNvPr id="536" name="Google Shape;536;p29"/>
                <p:cNvSpPr/>
                <p:nvPr/>
              </p:nvSpPr>
              <p:spPr>
                <a:xfrm>
                  <a:off x="1804" y="1891"/>
                  <a:ext cx="47" cy="7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R</a:t>
                  </a:r>
                  <a:endParaRPr sz="1800">
                    <a:solidFill>
                      <a:schemeClr val="dk1"/>
                    </a:solidFill>
                    <a:latin typeface="Arial"/>
                    <a:ea typeface="Arial"/>
                    <a:cs typeface="Arial"/>
                    <a:sym typeface="Arial"/>
                  </a:endParaRPr>
                </a:p>
              </p:txBody>
            </p:sp>
            <p:sp>
              <p:nvSpPr>
                <p:cNvPr id="537" name="Google Shape;537;p29"/>
                <p:cNvSpPr/>
                <p:nvPr/>
              </p:nvSpPr>
              <p:spPr>
                <a:xfrm>
                  <a:off x="1803" y="1961"/>
                  <a:ext cx="55" cy="7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M</a:t>
                  </a:r>
                  <a:endParaRPr sz="1800">
                    <a:solidFill>
                      <a:schemeClr val="dk1"/>
                    </a:solidFill>
                    <a:latin typeface="Arial"/>
                    <a:ea typeface="Arial"/>
                    <a:cs typeface="Arial"/>
                    <a:sym typeface="Arial"/>
                  </a:endParaRPr>
                </a:p>
              </p:txBody>
            </p:sp>
            <p:sp>
              <p:nvSpPr>
                <p:cNvPr id="538" name="Google Shape;538;p29"/>
                <p:cNvSpPr/>
                <p:nvPr/>
              </p:nvSpPr>
              <p:spPr>
                <a:xfrm>
                  <a:off x="1804" y="2028"/>
                  <a:ext cx="47" cy="7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A</a:t>
                  </a:r>
                  <a:endParaRPr sz="1800">
                    <a:solidFill>
                      <a:schemeClr val="dk1"/>
                    </a:solidFill>
                    <a:latin typeface="Arial"/>
                    <a:ea typeface="Arial"/>
                    <a:cs typeface="Arial"/>
                    <a:sym typeface="Arial"/>
                  </a:endParaRPr>
                </a:p>
              </p:txBody>
            </p:sp>
            <p:sp>
              <p:nvSpPr>
                <p:cNvPr id="539" name="Google Shape;539;p29"/>
                <p:cNvSpPr/>
                <p:nvPr/>
              </p:nvSpPr>
              <p:spPr>
                <a:xfrm>
                  <a:off x="1804" y="2095"/>
                  <a:ext cx="40" cy="7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700" b="1">
                      <a:solidFill>
                        <a:srgbClr val="00FF00"/>
                      </a:solidFill>
                      <a:latin typeface="Arial"/>
                      <a:ea typeface="Arial"/>
                      <a:cs typeface="Arial"/>
                      <a:sym typeface="Arial"/>
                    </a:rPr>
                    <a:t>L</a:t>
                  </a:r>
                  <a:endParaRPr sz="1800">
                    <a:solidFill>
                      <a:schemeClr val="dk1"/>
                    </a:solidFill>
                    <a:latin typeface="Arial"/>
                    <a:ea typeface="Arial"/>
                    <a:cs typeface="Arial"/>
                    <a:sym typeface="Arial"/>
                  </a:endParaRPr>
                </a:p>
              </p:txBody>
            </p:sp>
            <p:sp>
              <p:nvSpPr>
                <p:cNvPr id="540" name="Google Shape;540;p29"/>
                <p:cNvSpPr/>
                <p:nvPr/>
              </p:nvSpPr>
              <p:spPr>
                <a:xfrm>
                  <a:off x="2241" y="1731"/>
                  <a:ext cx="54"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A</a:t>
                  </a:r>
                  <a:endParaRPr sz="1800">
                    <a:solidFill>
                      <a:schemeClr val="dk1"/>
                    </a:solidFill>
                    <a:latin typeface="Arial"/>
                    <a:ea typeface="Arial"/>
                    <a:cs typeface="Arial"/>
                    <a:sym typeface="Arial"/>
                  </a:endParaRPr>
                </a:p>
              </p:txBody>
            </p:sp>
            <p:sp>
              <p:nvSpPr>
                <p:cNvPr id="541" name="Google Shape;541;p29"/>
                <p:cNvSpPr/>
                <p:nvPr/>
              </p:nvSpPr>
              <p:spPr>
                <a:xfrm>
                  <a:off x="2242" y="1812"/>
                  <a:ext cx="46"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L</a:t>
                  </a:r>
                  <a:endParaRPr sz="1800">
                    <a:solidFill>
                      <a:schemeClr val="dk1"/>
                    </a:solidFill>
                    <a:latin typeface="Arial"/>
                    <a:ea typeface="Arial"/>
                    <a:cs typeface="Arial"/>
                    <a:sym typeface="Arial"/>
                  </a:endParaRPr>
                </a:p>
              </p:txBody>
            </p:sp>
            <p:sp>
              <p:nvSpPr>
                <p:cNvPr id="542" name="Google Shape;542;p29"/>
                <p:cNvSpPr/>
                <p:nvPr/>
              </p:nvSpPr>
              <p:spPr>
                <a:xfrm>
                  <a:off x="2242" y="1888"/>
                  <a:ext cx="46"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T</a:t>
                  </a:r>
                  <a:endParaRPr sz="1800">
                    <a:solidFill>
                      <a:schemeClr val="dk1"/>
                    </a:solidFill>
                    <a:latin typeface="Arial"/>
                    <a:ea typeface="Arial"/>
                    <a:cs typeface="Arial"/>
                    <a:sym typeface="Arial"/>
                  </a:endParaRPr>
                </a:p>
              </p:txBody>
            </p:sp>
            <p:sp>
              <p:nvSpPr>
                <p:cNvPr id="543" name="Google Shape;543;p29"/>
                <p:cNvSpPr/>
                <p:nvPr/>
              </p:nvSpPr>
              <p:spPr>
                <a:xfrm>
                  <a:off x="2241" y="1965"/>
                  <a:ext cx="51"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E</a:t>
                  </a:r>
                  <a:endParaRPr sz="1800">
                    <a:solidFill>
                      <a:schemeClr val="dk1"/>
                    </a:solidFill>
                    <a:latin typeface="Arial"/>
                    <a:ea typeface="Arial"/>
                    <a:cs typeface="Arial"/>
                    <a:sym typeface="Arial"/>
                  </a:endParaRPr>
                </a:p>
              </p:txBody>
            </p:sp>
            <p:sp>
              <p:nvSpPr>
                <p:cNvPr id="544" name="Google Shape;544;p29"/>
                <p:cNvSpPr/>
                <p:nvPr/>
              </p:nvSpPr>
              <p:spPr>
                <a:xfrm>
                  <a:off x="2241" y="2046"/>
                  <a:ext cx="54"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R</a:t>
                  </a:r>
                  <a:endParaRPr sz="1800">
                    <a:solidFill>
                      <a:schemeClr val="dk1"/>
                    </a:solidFill>
                    <a:latin typeface="Arial"/>
                    <a:ea typeface="Arial"/>
                    <a:cs typeface="Arial"/>
                    <a:sym typeface="Arial"/>
                  </a:endParaRPr>
                </a:p>
              </p:txBody>
            </p:sp>
            <p:sp>
              <p:nvSpPr>
                <p:cNvPr id="545" name="Google Shape;545;p29"/>
                <p:cNvSpPr/>
                <p:nvPr/>
              </p:nvSpPr>
              <p:spPr>
                <a:xfrm>
                  <a:off x="2241" y="2123"/>
                  <a:ext cx="54"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546" name="Google Shape;546;p29"/>
                <p:cNvSpPr/>
                <p:nvPr/>
              </p:nvSpPr>
              <p:spPr>
                <a:xfrm>
                  <a:off x="2241" y="2204"/>
                  <a:ext cx="54"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A</a:t>
                  </a:r>
                  <a:endParaRPr sz="1800">
                    <a:solidFill>
                      <a:schemeClr val="dk1"/>
                    </a:solidFill>
                    <a:latin typeface="Arial"/>
                    <a:ea typeface="Arial"/>
                    <a:cs typeface="Arial"/>
                    <a:sym typeface="Arial"/>
                  </a:endParaRPr>
                </a:p>
              </p:txBody>
            </p:sp>
            <p:sp>
              <p:nvSpPr>
                <p:cNvPr id="547" name="Google Shape;547;p29"/>
                <p:cNvSpPr/>
                <p:nvPr/>
              </p:nvSpPr>
              <p:spPr>
                <a:xfrm>
                  <a:off x="2242" y="2281"/>
                  <a:ext cx="46"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T</a:t>
                  </a:r>
                  <a:endParaRPr sz="1800">
                    <a:solidFill>
                      <a:schemeClr val="dk1"/>
                    </a:solidFill>
                    <a:latin typeface="Arial"/>
                    <a:ea typeface="Arial"/>
                    <a:cs typeface="Arial"/>
                    <a:sym typeface="Arial"/>
                  </a:endParaRPr>
                </a:p>
              </p:txBody>
            </p:sp>
            <p:sp>
              <p:nvSpPr>
                <p:cNvPr id="548" name="Google Shape;548;p29"/>
                <p:cNvSpPr/>
                <p:nvPr/>
              </p:nvSpPr>
              <p:spPr>
                <a:xfrm>
                  <a:off x="2241" y="2357"/>
                  <a:ext cx="51"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FF"/>
                      </a:solidFill>
                      <a:latin typeface="Arial"/>
                      <a:ea typeface="Arial"/>
                      <a:cs typeface="Arial"/>
                      <a:sym typeface="Arial"/>
                    </a:rPr>
                    <a:t>E</a:t>
                  </a:r>
                  <a:endParaRPr sz="1800">
                    <a:solidFill>
                      <a:schemeClr val="dk1"/>
                    </a:solidFill>
                    <a:latin typeface="Arial"/>
                    <a:ea typeface="Arial"/>
                    <a:cs typeface="Arial"/>
                    <a:sym typeface="Arial"/>
                  </a:endParaRPr>
                </a:p>
              </p:txBody>
            </p:sp>
            <p:sp>
              <p:nvSpPr>
                <p:cNvPr id="549" name="Google Shape;549;p29"/>
                <p:cNvSpPr/>
                <p:nvPr/>
              </p:nvSpPr>
              <p:spPr>
                <a:xfrm>
                  <a:off x="2583" y="2007"/>
                  <a:ext cx="483"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Accumulator </a:t>
                  </a:r>
                  <a:endParaRPr sz="1800">
                    <a:solidFill>
                      <a:schemeClr val="dk1"/>
                    </a:solidFill>
                    <a:latin typeface="Arial"/>
                    <a:ea typeface="Arial"/>
                    <a:cs typeface="Arial"/>
                    <a:sym typeface="Arial"/>
                  </a:endParaRPr>
                </a:p>
              </p:txBody>
            </p:sp>
            <p:sp>
              <p:nvSpPr>
                <p:cNvPr id="550" name="Google Shape;550;p29"/>
                <p:cNvSpPr/>
                <p:nvPr/>
              </p:nvSpPr>
              <p:spPr>
                <a:xfrm>
                  <a:off x="2697" y="2085"/>
                  <a:ext cx="209"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Pump</a:t>
                  </a:r>
                  <a:endParaRPr sz="1800">
                    <a:solidFill>
                      <a:schemeClr val="dk1"/>
                    </a:solidFill>
                    <a:latin typeface="Arial"/>
                    <a:ea typeface="Arial"/>
                    <a:cs typeface="Arial"/>
                    <a:sym typeface="Arial"/>
                  </a:endParaRPr>
                </a:p>
              </p:txBody>
            </p:sp>
            <p:sp>
              <p:nvSpPr>
                <p:cNvPr id="551" name="Google Shape;551;p29"/>
                <p:cNvSpPr/>
                <p:nvPr/>
              </p:nvSpPr>
              <p:spPr>
                <a:xfrm>
                  <a:off x="1937" y="2428"/>
                  <a:ext cx="223"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Meter </a:t>
                  </a:r>
                  <a:endParaRPr sz="1800">
                    <a:solidFill>
                      <a:schemeClr val="dk1"/>
                    </a:solidFill>
                    <a:latin typeface="Arial"/>
                    <a:ea typeface="Arial"/>
                    <a:cs typeface="Arial"/>
                    <a:sym typeface="Arial"/>
                  </a:endParaRPr>
                </a:p>
              </p:txBody>
            </p:sp>
            <p:sp>
              <p:nvSpPr>
                <p:cNvPr id="552" name="Google Shape;552;p29"/>
                <p:cNvSpPr/>
                <p:nvPr/>
              </p:nvSpPr>
              <p:spPr>
                <a:xfrm>
                  <a:off x="1941" y="2505"/>
                  <a:ext cx="199"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553" name="Google Shape;553;p29"/>
                <p:cNvSpPr/>
                <p:nvPr/>
              </p:nvSpPr>
              <p:spPr>
                <a:xfrm>
                  <a:off x="2308" y="2463"/>
                  <a:ext cx="132" cy="5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Meter </a:t>
                  </a:r>
                  <a:endParaRPr sz="1800">
                    <a:solidFill>
                      <a:schemeClr val="dk1"/>
                    </a:solidFill>
                    <a:latin typeface="Arial"/>
                    <a:ea typeface="Arial"/>
                    <a:cs typeface="Arial"/>
                    <a:sym typeface="Arial"/>
                  </a:endParaRPr>
                </a:p>
              </p:txBody>
            </p:sp>
            <p:sp>
              <p:nvSpPr>
                <p:cNvPr id="554" name="Google Shape;554;p29"/>
                <p:cNvSpPr/>
                <p:nvPr/>
              </p:nvSpPr>
              <p:spPr>
                <a:xfrm>
                  <a:off x="2308" y="2510"/>
                  <a:ext cx="118" cy="5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555" name="Google Shape;555;p29"/>
                <p:cNvSpPr/>
                <p:nvPr/>
              </p:nvSpPr>
              <p:spPr>
                <a:xfrm>
                  <a:off x="2308" y="2211"/>
                  <a:ext cx="132" cy="5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Meter </a:t>
                  </a:r>
                  <a:endParaRPr sz="1800">
                    <a:solidFill>
                      <a:schemeClr val="dk1"/>
                    </a:solidFill>
                    <a:latin typeface="Arial"/>
                    <a:ea typeface="Arial"/>
                    <a:cs typeface="Arial"/>
                    <a:sym typeface="Arial"/>
                  </a:endParaRPr>
                </a:p>
              </p:txBody>
            </p:sp>
            <p:sp>
              <p:nvSpPr>
                <p:cNvPr id="556" name="Google Shape;556;p29"/>
                <p:cNvSpPr/>
                <p:nvPr/>
              </p:nvSpPr>
              <p:spPr>
                <a:xfrm>
                  <a:off x="2308" y="2256"/>
                  <a:ext cx="118" cy="5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500">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557" name="Google Shape;557;p29"/>
                <p:cNvSpPr/>
                <p:nvPr/>
              </p:nvSpPr>
              <p:spPr>
                <a:xfrm>
                  <a:off x="2315" y="1755"/>
                  <a:ext cx="483"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Accumulator </a:t>
                  </a:r>
                  <a:endParaRPr sz="1800">
                    <a:solidFill>
                      <a:schemeClr val="dk1"/>
                    </a:solidFill>
                    <a:latin typeface="Arial"/>
                    <a:ea typeface="Arial"/>
                    <a:cs typeface="Arial"/>
                    <a:sym typeface="Arial"/>
                  </a:endParaRPr>
                </a:p>
              </p:txBody>
            </p:sp>
            <p:sp>
              <p:nvSpPr>
                <p:cNvPr id="558" name="Google Shape;558;p29"/>
                <p:cNvSpPr/>
                <p:nvPr/>
              </p:nvSpPr>
              <p:spPr>
                <a:xfrm>
                  <a:off x="2436" y="1832"/>
                  <a:ext cx="200"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Valve</a:t>
                  </a:r>
                  <a:endParaRPr sz="1800">
                    <a:solidFill>
                      <a:schemeClr val="dk1"/>
                    </a:solidFill>
                    <a:latin typeface="Arial"/>
                    <a:ea typeface="Arial"/>
                    <a:cs typeface="Arial"/>
                    <a:sym typeface="Arial"/>
                  </a:endParaRPr>
                </a:p>
              </p:txBody>
            </p:sp>
            <p:sp>
              <p:nvSpPr>
                <p:cNvPr id="559" name="Google Shape;559;p29"/>
                <p:cNvSpPr/>
                <p:nvPr/>
              </p:nvSpPr>
              <p:spPr>
                <a:xfrm>
                  <a:off x="2570" y="2270"/>
                  <a:ext cx="430"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Mechanical </a:t>
                  </a:r>
                  <a:endParaRPr sz="1800">
                    <a:solidFill>
                      <a:schemeClr val="dk1"/>
                    </a:solidFill>
                    <a:latin typeface="Arial"/>
                    <a:ea typeface="Arial"/>
                    <a:cs typeface="Arial"/>
                    <a:sym typeface="Arial"/>
                  </a:endParaRPr>
                </a:p>
              </p:txBody>
            </p:sp>
            <p:sp>
              <p:nvSpPr>
                <p:cNvPr id="560" name="Google Shape;560;p29"/>
                <p:cNvSpPr/>
                <p:nvPr/>
              </p:nvSpPr>
              <p:spPr>
                <a:xfrm>
                  <a:off x="2661" y="2347"/>
                  <a:ext cx="203"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a:t>
                  </a:r>
                  <a:endParaRPr sz="1800">
                    <a:solidFill>
                      <a:schemeClr val="dk1"/>
                    </a:solidFill>
                    <a:latin typeface="Arial"/>
                    <a:ea typeface="Arial"/>
                    <a:cs typeface="Arial"/>
                    <a:sym typeface="Arial"/>
                  </a:endParaRPr>
                </a:p>
              </p:txBody>
            </p:sp>
            <p:sp>
              <p:nvSpPr>
                <p:cNvPr id="561" name="Google Shape;561;p29"/>
                <p:cNvSpPr/>
                <p:nvPr/>
              </p:nvSpPr>
              <p:spPr>
                <a:xfrm>
                  <a:off x="1972" y="1531"/>
                  <a:ext cx="520"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Selector Valve</a:t>
                  </a:r>
                  <a:endParaRPr sz="1800">
                    <a:solidFill>
                      <a:schemeClr val="dk1"/>
                    </a:solidFill>
                    <a:latin typeface="Arial"/>
                    <a:ea typeface="Arial"/>
                    <a:cs typeface="Arial"/>
                    <a:sym typeface="Arial"/>
                  </a:endParaRPr>
                </a:p>
              </p:txBody>
            </p:sp>
            <p:cxnSp>
              <p:nvCxnSpPr>
                <p:cNvPr id="562" name="Google Shape;562;p29"/>
                <p:cNvCxnSpPr/>
                <p:nvPr/>
              </p:nvCxnSpPr>
              <p:spPr>
                <a:xfrm rot="10800000">
                  <a:off x="1503" y="1506"/>
                  <a:ext cx="0" cy="141"/>
                </a:xfrm>
                <a:prstGeom prst="straightConnector1">
                  <a:avLst/>
                </a:prstGeom>
                <a:noFill/>
                <a:ln w="9525" cap="flat" cmpd="sng">
                  <a:solidFill>
                    <a:srgbClr val="000000"/>
                  </a:solidFill>
                  <a:prstDash val="solid"/>
                  <a:round/>
                  <a:headEnd type="none" w="med" len="med"/>
                  <a:tailEnd type="none" w="med" len="med"/>
                </a:ln>
              </p:spPr>
            </p:cxnSp>
            <p:cxnSp>
              <p:nvCxnSpPr>
                <p:cNvPr id="563" name="Google Shape;563;p29"/>
                <p:cNvCxnSpPr/>
                <p:nvPr/>
              </p:nvCxnSpPr>
              <p:spPr>
                <a:xfrm>
                  <a:off x="1176" y="1839"/>
                  <a:ext cx="162" cy="0"/>
                </a:xfrm>
                <a:prstGeom prst="straightConnector1">
                  <a:avLst/>
                </a:prstGeom>
                <a:noFill/>
                <a:ln w="9525" cap="flat" cmpd="sng">
                  <a:solidFill>
                    <a:srgbClr val="000000"/>
                  </a:solidFill>
                  <a:prstDash val="solid"/>
                  <a:round/>
                  <a:headEnd type="none" w="med" len="med"/>
                  <a:tailEnd type="none" w="med" len="med"/>
                </a:ln>
              </p:spPr>
            </p:cxnSp>
            <p:cxnSp>
              <p:nvCxnSpPr>
                <p:cNvPr id="564" name="Google Shape;564;p29"/>
                <p:cNvCxnSpPr/>
                <p:nvPr/>
              </p:nvCxnSpPr>
              <p:spPr>
                <a:xfrm rot="10800000">
                  <a:off x="1341" y="1839"/>
                  <a:ext cx="0" cy="441"/>
                </a:xfrm>
                <a:prstGeom prst="straightConnector1">
                  <a:avLst/>
                </a:prstGeom>
                <a:noFill/>
                <a:ln w="9525" cap="flat" cmpd="sng">
                  <a:solidFill>
                    <a:srgbClr val="000000"/>
                  </a:solidFill>
                  <a:prstDash val="solid"/>
                  <a:round/>
                  <a:headEnd type="none" w="med" len="med"/>
                  <a:tailEnd type="none" w="med" len="med"/>
                </a:ln>
              </p:spPr>
            </p:cxnSp>
            <p:cxnSp>
              <p:nvCxnSpPr>
                <p:cNvPr id="565" name="Google Shape;565;p29"/>
                <p:cNvCxnSpPr/>
                <p:nvPr/>
              </p:nvCxnSpPr>
              <p:spPr>
                <a:xfrm>
                  <a:off x="1179" y="2178"/>
                  <a:ext cx="81" cy="0"/>
                </a:xfrm>
                <a:prstGeom prst="straightConnector1">
                  <a:avLst/>
                </a:prstGeom>
                <a:noFill/>
                <a:ln w="9525" cap="flat" cmpd="sng">
                  <a:solidFill>
                    <a:srgbClr val="000000"/>
                  </a:solidFill>
                  <a:prstDash val="solid"/>
                  <a:round/>
                  <a:headEnd type="none" w="med" len="med"/>
                  <a:tailEnd type="none" w="med" len="med"/>
                </a:ln>
              </p:spPr>
            </p:cxnSp>
            <p:cxnSp>
              <p:nvCxnSpPr>
                <p:cNvPr id="566" name="Google Shape;566;p29"/>
                <p:cNvCxnSpPr/>
                <p:nvPr/>
              </p:nvCxnSpPr>
              <p:spPr>
                <a:xfrm rot="10800000">
                  <a:off x="1263" y="2178"/>
                  <a:ext cx="0" cy="309"/>
                </a:xfrm>
                <a:prstGeom prst="straightConnector1">
                  <a:avLst/>
                </a:prstGeom>
                <a:noFill/>
                <a:ln w="9525" cap="flat" cmpd="sng">
                  <a:solidFill>
                    <a:srgbClr val="000000"/>
                  </a:solidFill>
                  <a:prstDash val="solid"/>
                  <a:round/>
                  <a:headEnd type="none" w="med" len="med"/>
                  <a:tailEnd type="none" w="med" len="med"/>
                </a:ln>
              </p:spPr>
            </p:cxnSp>
          </p:grpSp>
          <p:grpSp>
            <p:nvGrpSpPr>
              <p:cNvPr id="567" name="Google Shape;567;p29"/>
              <p:cNvGrpSpPr/>
              <p:nvPr/>
            </p:nvGrpSpPr>
            <p:grpSpPr>
              <a:xfrm>
                <a:off x="519" y="1589"/>
                <a:ext cx="1034" cy="1546"/>
                <a:chOff x="146" y="1282"/>
                <a:chExt cx="1034" cy="1546"/>
              </a:xfrm>
            </p:grpSpPr>
            <p:sp>
              <p:nvSpPr>
                <p:cNvPr id="568" name="Google Shape;568;p29"/>
                <p:cNvSpPr/>
                <p:nvPr/>
              </p:nvSpPr>
              <p:spPr>
                <a:xfrm>
                  <a:off x="548" y="1296"/>
                  <a:ext cx="343" cy="112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 name="Google Shape;569;p29"/>
                <p:cNvSpPr/>
                <p:nvPr/>
              </p:nvSpPr>
              <p:spPr>
                <a:xfrm>
                  <a:off x="548" y="1282"/>
                  <a:ext cx="630" cy="1127"/>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70" name="Google Shape;570;p29"/>
                <p:cNvCxnSpPr/>
                <p:nvPr/>
              </p:nvCxnSpPr>
              <p:spPr>
                <a:xfrm>
                  <a:off x="396" y="1449"/>
                  <a:ext cx="120" cy="1"/>
                </a:xfrm>
                <a:prstGeom prst="straightConnector1">
                  <a:avLst/>
                </a:prstGeom>
                <a:noFill/>
                <a:ln w="9525" cap="rnd" cmpd="sng">
                  <a:solidFill>
                    <a:srgbClr val="000000"/>
                  </a:solidFill>
                  <a:prstDash val="solid"/>
                  <a:round/>
                  <a:headEnd type="none" w="med" len="med"/>
                  <a:tailEnd type="none" w="med" len="med"/>
                </a:ln>
              </p:spPr>
            </p:cxnSp>
            <p:sp>
              <p:nvSpPr>
                <p:cNvPr id="571" name="Google Shape;571;p29"/>
                <p:cNvSpPr/>
                <p:nvPr/>
              </p:nvSpPr>
              <p:spPr>
                <a:xfrm>
                  <a:off x="513" y="1436"/>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72" name="Google Shape;572;p29"/>
                <p:cNvCxnSpPr/>
                <p:nvPr/>
              </p:nvCxnSpPr>
              <p:spPr>
                <a:xfrm>
                  <a:off x="396" y="1644"/>
                  <a:ext cx="120" cy="1"/>
                </a:xfrm>
                <a:prstGeom prst="straightConnector1">
                  <a:avLst/>
                </a:prstGeom>
                <a:noFill/>
                <a:ln w="9525" cap="rnd" cmpd="sng">
                  <a:solidFill>
                    <a:srgbClr val="000000"/>
                  </a:solidFill>
                  <a:prstDash val="solid"/>
                  <a:round/>
                  <a:headEnd type="none" w="med" len="med"/>
                  <a:tailEnd type="none" w="med" len="med"/>
                </a:ln>
              </p:spPr>
            </p:cxnSp>
            <p:sp>
              <p:nvSpPr>
                <p:cNvPr id="573" name="Google Shape;573;p29"/>
                <p:cNvSpPr/>
                <p:nvPr/>
              </p:nvSpPr>
              <p:spPr>
                <a:xfrm>
                  <a:off x="513" y="1632"/>
                  <a:ext cx="35" cy="25"/>
                </a:xfrm>
                <a:custGeom>
                  <a:avLst/>
                  <a:gdLst/>
                  <a:ahLst/>
                  <a:cxnLst/>
                  <a:rect l="l" t="t" r="r" b="b"/>
                  <a:pathLst>
                    <a:path w="35" h="25" extrusionOk="0">
                      <a:moveTo>
                        <a:pt x="0" y="0"/>
                      </a:moveTo>
                      <a:lnTo>
                        <a:pt x="35" y="12"/>
                      </a:lnTo>
                      <a:lnTo>
                        <a:pt x="0" y="25"/>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 name="Google Shape;574;p29"/>
                <p:cNvSpPr/>
                <p:nvPr/>
              </p:nvSpPr>
              <p:spPr>
                <a:xfrm>
                  <a:off x="234" y="1365"/>
                  <a:ext cx="303"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Power A</a:t>
                  </a:r>
                  <a:endParaRPr sz="1800">
                    <a:solidFill>
                      <a:schemeClr val="dk1"/>
                    </a:solidFill>
                    <a:latin typeface="Arial"/>
                    <a:ea typeface="Arial"/>
                    <a:cs typeface="Arial"/>
                    <a:sym typeface="Arial"/>
                  </a:endParaRPr>
                </a:p>
              </p:txBody>
            </p:sp>
            <p:sp>
              <p:nvSpPr>
                <p:cNvPr id="575" name="Google Shape;575;p29"/>
                <p:cNvSpPr/>
                <p:nvPr/>
              </p:nvSpPr>
              <p:spPr>
                <a:xfrm>
                  <a:off x="271" y="1560"/>
                  <a:ext cx="266"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 1</a:t>
                  </a:r>
                  <a:endParaRPr sz="1800">
                    <a:solidFill>
                      <a:schemeClr val="dk1"/>
                    </a:solidFill>
                    <a:latin typeface="Arial"/>
                    <a:ea typeface="Arial"/>
                    <a:cs typeface="Arial"/>
                    <a:sym typeface="Arial"/>
                  </a:endParaRPr>
                </a:p>
              </p:txBody>
            </p:sp>
            <p:sp>
              <p:nvSpPr>
                <p:cNvPr id="576" name="Google Shape;576;p29"/>
                <p:cNvSpPr/>
                <p:nvPr/>
              </p:nvSpPr>
              <p:spPr>
                <a:xfrm>
                  <a:off x="146" y="1876"/>
                  <a:ext cx="392"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Feed back </a:t>
                  </a:r>
                  <a:endParaRPr sz="1800">
                    <a:solidFill>
                      <a:schemeClr val="dk1"/>
                    </a:solidFill>
                    <a:latin typeface="Arial"/>
                    <a:ea typeface="Arial"/>
                    <a:cs typeface="Arial"/>
                    <a:sym typeface="Arial"/>
                  </a:endParaRPr>
                </a:p>
              </p:txBody>
            </p:sp>
            <p:sp>
              <p:nvSpPr>
                <p:cNvPr id="577" name="Google Shape;577;p29"/>
                <p:cNvSpPr/>
                <p:nvPr/>
              </p:nvSpPr>
              <p:spPr>
                <a:xfrm>
                  <a:off x="299" y="1770"/>
                  <a:ext cx="185"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Plant</a:t>
                  </a:r>
                  <a:endParaRPr sz="1800">
                    <a:solidFill>
                      <a:schemeClr val="dk1"/>
                    </a:solidFill>
                    <a:latin typeface="Arial"/>
                    <a:ea typeface="Arial"/>
                    <a:cs typeface="Arial"/>
                    <a:sym typeface="Arial"/>
                  </a:endParaRPr>
                </a:p>
              </p:txBody>
            </p:sp>
            <p:sp>
              <p:nvSpPr>
                <p:cNvPr id="578" name="Google Shape;578;p29"/>
                <p:cNvSpPr/>
                <p:nvPr/>
              </p:nvSpPr>
              <p:spPr>
                <a:xfrm>
                  <a:off x="706" y="1913"/>
                  <a:ext cx="326" cy="395"/>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9" name="Google Shape;579;p29"/>
                <p:cNvSpPr/>
                <p:nvPr/>
              </p:nvSpPr>
              <p:spPr>
                <a:xfrm>
                  <a:off x="603" y="2460"/>
                  <a:ext cx="520"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Fault Tolerant </a:t>
                  </a:r>
                  <a:endParaRPr sz="1800">
                    <a:solidFill>
                      <a:schemeClr val="dk1"/>
                    </a:solidFill>
                    <a:latin typeface="Arial"/>
                    <a:ea typeface="Arial"/>
                    <a:cs typeface="Arial"/>
                    <a:sym typeface="Arial"/>
                  </a:endParaRPr>
                </a:p>
              </p:txBody>
            </p:sp>
            <p:sp>
              <p:nvSpPr>
                <p:cNvPr id="580" name="Google Shape;580;p29"/>
                <p:cNvSpPr/>
                <p:nvPr/>
              </p:nvSpPr>
              <p:spPr>
                <a:xfrm>
                  <a:off x="623" y="2628"/>
                  <a:ext cx="456"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Control Unit </a:t>
                  </a:r>
                  <a:endParaRPr sz="1800">
                    <a:solidFill>
                      <a:schemeClr val="dk1"/>
                    </a:solidFill>
                    <a:latin typeface="Arial"/>
                    <a:ea typeface="Arial"/>
                    <a:cs typeface="Arial"/>
                    <a:sym typeface="Arial"/>
                  </a:endParaRPr>
                </a:p>
              </p:txBody>
            </p:sp>
            <p:sp>
              <p:nvSpPr>
                <p:cNvPr id="581" name="Google Shape;581;p29"/>
                <p:cNvSpPr/>
                <p:nvPr/>
              </p:nvSpPr>
              <p:spPr>
                <a:xfrm>
                  <a:off x="706" y="2741"/>
                  <a:ext cx="306"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 BSCU )</a:t>
                  </a:r>
                  <a:endParaRPr sz="1800">
                    <a:solidFill>
                      <a:schemeClr val="dk1"/>
                    </a:solidFill>
                    <a:latin typeface="Arial"/>
                    <a:ea typeface="Arial"/>
                    <a:cs typeface="Arial"/>
                    <a:sym typeface="Arial"/>
                  </a:endParaRPr>
                </a:p>
              </p:txBody>
            </p:sp>
            <p:sp>
              <p:nvSpPr>
                <p:cNvPr id="582" name="Google Shape;582;p29"/>
                <p:cNvSpPr/>
                <p:nvPr/>
              </p:nvSpPr>
              <p:spPr>
                <a:xfrm>
                  <a:off x="580" y="2542"/>
                  <a:ext cx="594" cy="8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Braking System </a:t>
                  </a:r>
                  <a:endParaRPr sz="1800">
                    <a:solidFill>
                      <a:schemeClr val="dk1"/>
                    </a:solidFill>
                    <a:latin typeface="Arial"/>
                    <a:ea typeface="Arial"/>
                    <a:cs typeface="Arial"/>
                    <a:sym typeface="Arial"/>
                  </a:endParaRPr>
                </a:p>
              </p:txBody>
            </p:sp>
            <p:sp>
              <p:nvSpPr>
                <p:cNvPr id="583" name="Google Shape;583;p29"/>
                <p:cNvSpPr/>
                <p:nvPr/>
              </p:nvSpPr>
              <p:spPr>
                <a:xfrm>
                  <a:off x="709" y="1365"/>
                  <a:ext cx="327" cy="395"/>
                </a:xfrm>
                <a:prstGeom prst="rect">
                  <a:avLst/>
                </a:pr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4" name="Google Shape;584;p29"/>
                <p:cNvSpPr/>
                <p:nvPr/>
              </p:nvSpPr>
              <p:spPr>
                <a:xfrm>
                  <a:off x="857" y="1492"/>
                  <a:ext cx="24" cy="9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00" b="1">
                      <a:solidFill>
                        <a:srgbClr val="000000"/>
                      </a:solidFill>
                      <a:latin typeface="Arial"/>
                      <a:ea typeface="Arial"/>
                      <a:cs typeface="Arial"/>
                      <a:sym typeface="Arial"/>
                    </a:rPr>
                    <a:t> </a:t>
                  </a:r>
                  <a:endParaRPr sz="900">
                    <a:solidFill>
                      <a:schemeClr val="dk1"/>
                    </a:solidFill>
                    <a:latin typeface="Arial"/>
                    <a:ea typeface="Arial"/>
                    <a:cs typeface="Arial"/>
                    <a:sym typeface="Arial"/>
                  </a:endParaRPr>
                </a:p>
              </p:txBody>
            </p:sp>
            <p:cxnSp>
              <p:nvCxnSpPr>
                <p:cNvPr id="585" name="Google Shape;585;p29"/>
                <p:cNvCxnSpPr/>
                <p:nvPr/>
              </p:nvCxnSpPr>
              <p:spPr>
                <a:xfrm>
                  <a:off x="391" y="2258"/>
                  <a:ext cx="120" cy="1"/>
                </a:xfrm>
                <a:prstGeom prst="straightConnector1">
                  <a:avLst/>
                </a:prstGeom>
                <a:noFill/>
                <a:ln w="9525" cap="rnd" cmpd="sng">
                  <a:solidFill>
                    <a:srgbClr val="000000"/>
                  </a:solidFill>
                  <a:prstDash val="solid"/>
                  <a:round/>
                  <a:headEnd type="none" w="med" len="med"/>
                  <a:tailEnd type="none" w="med" len="med"/>
                </a:ln>
              </p:spPr>
            </p:cxnSp>
            <p:sp>
              <p:nvSpPr>
                <p:cNvPr id="586" name="Google Shape;586;p29"/>
                <p:cNvSpPr/>
                <p:nvPr/>
              </p:nvSpPr>
              <p:spPr>
                <a:xfrm>
                  <a:off x="508" y="2245"/>
                  <a:ext cx="35" cy="26"/>
                </a:xfrm>
                <a:custGeom>
                  <a:avLst/>
                  <a:gdLst/>
                  <a:ahLst/>
                  <a:cxnLst/>
                  <a:rect l="l" t="t" r="r" b="b"/>
                  <a:pathLst>
                    <a:path w="35" h="26" extrusionOk="0">
                      <a:moveTo>
                        <a:pt x="0" y="0"/>
                      </a:moveTo>
                      <a:lnTo>
                        <a:pt x="35" y="13"/>
                      </a:lnTo>
                      <a:lnTo>
                        <a:pt x="0" y="26"/>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7" name="Google Shape;587;p29"/>
                <p:cNvSpPr/>
                <p:nvPr/>
              </p:nvSpPr>
              <p:spPr>
                <a:xfrm>
                  <a:off x="229" y="2174"/>
                  <a:ext cx="303"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Power B</a:t>
                  </a:r>
                  <a:endParaRPr sz="1800">
                    <a:solidFill>
                      <a:schemeClr val="dk1"/>
                    </a:solidFill>
                    <a:latin typeface="Arial"/>
                    <a:ea typeface="Arial"/>
                    <a:cs typeface="Arial"/>
                    <a:sym typeface="Arial"/>
                  </a:endParaRPr>
                </a:p>
              </p:txBody>
            </p:sp>
            <p:cxnSp>
              <p:nvCxnSpPr>
                <p:cNvPr id="588" name="Google Shape;588;p29"/>
                <p:cNvCxnSpPr/>
                <p:nvPr/>
              </p:nvCxnSpPr>
              <p:spPr>
                <a:xfrm>
                  <a:off x="556" y="1448"/>
                  <a:ext cx="153" cy="1"/>
                </a:xfrm>
                <a:prstGeom prst="straightConnector1">
                  <a:avLst/>
                </a:prstGeom>
                <a:noFill/>
                <a:ln w="9525" cap="flat" cmpd="sng">
                  <a:solidFill>
                    <a:srgbClr val="000000"/>
                  </a:solidFill>
                  <a:prstDash val="dot"/>
                  <a:round/>
                  <a:headEnd type="none" w="med" len="med"/>
                  <a:tailEnd type="none" w="med" len="med"/>
                </a:ln>
              </p:spPr>
            </p:cxnSp>
            <p:sp>
              <p:nvSpPr>
                <p:cNvPr id="589" name="Google Shape;589;p29"/>
                <p:cNvSpPr/>
                <p:nvPr/>
              </p:nvSpPr>
              <p:spPr>
                <a:xfrm>
                  <a:off x="377" y="1816"/>
                  <a:ext cx="171" cy="84"/>
                </a:xfrm>
                <a:custGeom>
                  <a:avLst/>
                  <a:gdLst/>
                  <a:ahLst/>
                  <a:cxnLst/>
                  <a:rect l="l" t="t" r="r" b="b"/>
                  <a:pathLst>
                    <a:path w="171" h="84" extrusionOk="0">
                      <a:moveTo>
                        <a:pt x="171" y="42"/>
                      </a:moveTo>
                      <a:lnTo>
                        <a:pt x="133" y="84"/>
                      </a:lnTo>
                      <a:lnTo>
                        <a:pt x="133" y="57"/>
                      </a:lnTo>
                      <a:lnTo>
                        <a:pt x="0" y="57"/>
                      </a:lnTo>
                      <a:lnTo>
                        <a:pt x="0" y="28"/>
                      </a:lnTo>
                      <a:lnTo>
                        <a:pt x="133" y="28"/>
                      </a:lnTo>
                      <a:lnTo>
                        <a:pt x="133" y="0"/>
                      </a:lnTo>
                      <a:lnTo>
                        <a:pt x="171" y="42"/>
                      </a:lnTo>
                      <a:close/>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90" name="Google Shape;590;p29"/>
                <p:cNvCxnSpPr/>
                <p:nvPr/>
              </p:nvCxnSpPr>
              <p:spPr>
                <a:xfrm>
                  <a:off x="399" y="2121"/>
                  <a:ext cx="120" cy="1"/>
                </a:xfrm>
                <a:prstGeom prst="straightConnector1">
                  <a:avLst/>
                </a:prstGeom>
                <a:noFill/>
                <a:ln w="9525" cap="rnd" cmpd="sng">
                  <a:solidFill>
                    <a:srgbClr val="000000"/>
                  </a:solidFill>
                  <a:prstDash val="solid"/>
                  <a:round/>
                  <a:headEnd type="none" w="med" len="med"/>
                  <a:tailEnd type="none" w="med" len="med"/>
                </a:ln>
              </p:spPr>
            </p:cxnSp>
            <p:sp>
              <p:nvSpPr>
                <p:cNvPr id="591" name="Google Shape;591;p29"/>
                <p:cNvSpPr/>
                <p:nvPr/>
              </p:nvSpPr>
              <p:spPr>
                <a:xfrm>
                  <a:off x="516" y="2109"/>
                  <a:ext cx="35" cy="25"/>
                </a:xfrm>
                <a:custGeom>
                  <a:avLst/>
                  <a:gdLst/>
                  <a:ahLst/>
                  <a:cxnLst/>
                  <a:rect l="l" t="t" r="r" b="b"/>
                  <a:pathLst>
                    <a:path w="35" h="25" extrusionOk="0">
                      <a:moveTo>
                        <a:pt x="0" y="0"/>
                      </a:moveTo>
                      <a:lnTo>
                        <a:pt x="35" y="12"/>
                      </a:lnTo>
                      <a:lnTo>
                        <a:pt x="0" y="25"/>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2" name="Google Shape;592;p29"/>
                <p:cNvSpPr/>
                <p:nvPr/>
              </p:nvSpPr>
              <p:spPr>
                <a:xfrm>
                  <a:off x="274" y="2038"/>
                  <a:ext cx="266" cy="87"/>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800" b="1">
                      <a:solidFill>
                        <a:srgbClr val="000000"/>
                      </a:solidFill>
                      <a:latin typeface="Arial"/>
                      <a:ea typeface="Arial"/>
                      <a:cs typeface="Arial"/>
                      <a:sym typeface="Arial"/>
                    </a:rPr>
                    <a:t>Pedal 2</a:t>
                  </a:r>
                  <a:endParaRPr sz="1800">
                    <a:solidFill>
                      <a:schemeClr val="dk1"/>
                    </a:solidFill>
                    <a:latin typeface="Arial"/>
                    <a:ea typeface="Arial"/>
                    <a:cs typeface="Arial"/>
                    <a:sym typeface="Arial"/>
                  </a:endParaRPr>
                </a:p>
              </p:txBody>
            </p:sp>
            <p:cxnSp>
              <p:nvCxnSpPr>
                <p:cNvPr id="593" name="Google Shape;593;p29"/>
                <p:cNvCxnSpPr/>
                <p:nvPr/>
              </p:nvCxnSpPr>
              <p:spPr>
                <a:xfrm>
                  <a:off x="550" y="2258"/>
                  <a:ext cx="153" cy="1"/>
                </a:xfrm>
                <a:prstGeom prst="straightConnector1">
                  <a:avLst/>
                </a:prstGeom>
                <a:noFill/>
                <a:ln w="9525" cap="flat" cmpd="sng">
                  <a:solidFill>
                    <a:srgbClr val="000000"/>
                  </a:solidFill>
                  <a:prstDash val="dot"/>
                  <a:round/>
                  <a:headEnd type="none" w="med" len="med"/>
                  <a:tailEnd type="none" w="med" len="med"/>
                </a:ln>
              </p:spPr>
            </p:cxnSp>
            <p:cxnSp>
              <p:nvCxnSpPr>
                <p:cNvPr id="594" name="Google Shape;594;p29"/>
                <p:cNvCxnSpPr/>
                <p:nvPr/>
              </p:nvCxnSpPr>
              <p:spPr>
                <a:xfrm>
                  <a:off x="550" y="1643"/>
                  <a:ext cx="153" cy="1"/>
                </a:xfrm>
                <a:prstGeom prst="straightConnector1">
                  <a:avLst/>
                </a:prstGeom>
                <a:noFill/>
                <a:ln w="9525" cap="flat" cmpd="sng">
                  <a:solidFill>
                    <a:srgbClr val="000000"/>
                  </a:solidFill>
                  <a:prstDash val="dot"/>
                  <a:round/>
                  <a:headEnd type="none" w="med" len="med"/>
                  <a:tailEnd type="none" w="med" len="med"/>
                </a:ln>
              </p:spPr>
            </p:cxnSp>
            <p:cxnSp>
              <p:nvCxnSpPr>
                <p:cNvPr id="595" name="Google Shape;595;p29"/>
                <p:cNvCxnSpPr/>
                <p:nvPr/>
              </p:nvCxnSpPr>
              <p:spPr>
                <a:xfrm>
                  <a:off x="550" y="2120"/>
                  <a:ext cx="153" cy="1"/>
                </a:xfrm>
                <a:prstGeom prst="straightConnector1">
                  <a:avLst/>
                </a:prstGeom>
                <a:noFill/>
                <a:ln w="9525" cap="flat" cmpd="sng">
                  <a:solidFill>
                    <a:srgbClr val="000000"/>
                  </a:solidFill>
                  <a:prstDash val="dot"/>
                  <a:round/>
                  <a:headEnd type="none" w="med" len="med"/>
                  <a:tailEnd type="none" w="med" len="med"/>
                </a:ln>
              </p:spPr>
            </p:cxnSp>
            <p:cxnSp>
              <p:nvCxnSpPr>
                <p:cNvPr id="596" name="Google Shape;596;p29"/>
                <p:cNvCxnSpPr/>
                <p:nvPr/>
              </p:nvCxnSpPr>
              <p:spPr>
                <a:xfrm>
                  <a:off x="649" y="2069"/>
                  <a:ext cx="57" cy="1"/>
                </a:xfrm>
                <a:prstGeom prst="straightConnector1">
                  <a:avLst/>
                </a:prstGeom>
                <a:noFill/>
                <a:ln w="9525" cap="flat" cmpd="sng">
                  <a:solidFill>
                    <a:srgbClr val="000000"/>
                  </a:solidFill>
                  <a:prstDash val="dot"/>
                  <a:round/>
                  <a:headEnd type="none" w="med" len="med"/>
                  <a:tailEnd type="none" w="med" len="med"/>
                </a:ln>
              </p:spPr>
            </p:cxnSp>
            <p:cxnSp>
              <p:nvCxnSpPr>
                <p:cNvPr id="597" name="Google Shape;597;p29"/>
                <p:cNvCxnSpPr/>
                <p:nvPr/>
              </p:nvCxnSpPr>
              <p:spPr>
                <a:xfrm>
                  <a:off x="1057" y="1682"/>
                  <a:ext cx="1" cy="557"/>
                </a:xfrm>
                <a:prstGeom prst="straightConnector1">
                  <a:avLst/>
                </a:prstGeom>
                <a:noFill/>
                <a:ln w="9525" cap="flat" cmpd="sng">
                  <a:solidFill>
                    <a:srgbClr val="000000"/>
                  </a:solidFill>
                  <a:prstDash val="dot"/>
                  <a:round/>
                  <a:headEnd type="none" w="med" len="med"/>
                  <a:tailEnd type="none" w="med" len="med"/>
                </a:ln>
              </p:spPr>
            </p:cxnSp>
            <p:cxnSp>
              <p:nvCxnSpPr>
                <p:cNvPr id="598" name="Google Shape;598;p29"/>
                <p:cNvCxnSpPr/>
                <p:nvPr/>
              </p:nvCxnSpPr>
              <p:spPr>
                <a:xfrm>
                  <a:off x="610" y="1594"/>
                  <a:ext cx="96" cy="1"/>
                </a:xfrm>
                <a:prstGeom prst="straightConnector1">
                  <a:avLst/>
                </a:prstGeom>
                <a:noFill/>
                <a:ln w="9525" cap="flat" cmpd="sng">
                  <a:solidFill>
                    <a:srgbClr val="000000"/>
                  </a:solidFill>
                  <a:prstDash val="dot"/>
                  <a:round/>
                  <a:headEnd type="none" w="med" len="med"/>
                  <a:tailEnd type="none" w="med" len="med"/>
                </a:ln>
              </p:spPr>
            </p:cxnSp>
            <p:cxnSp>
              <p:nvCxnSpPr>
                <p:cNvPr id="599" name="Google Shape;599;p29"/>
                <p:cNvCxnSpPr/>
                <p:nvPr/>
              </p:nvCxnSpPr>
              <p:spPr>
                <a:xfrm>
                  <a:off x="610" y="1608"/>
                  <a:ext cx="0" cy="513"/>
                </a:xfrm>
                <a:prstGeom prst="straightConnector1">
                  <a:avLst/>
                </a:prstGeom>
                <a:noFill/>
                <a:ln w="9525" cap="flat" cmpd="sng">
                  <a:solidFill>
                    <a:srgbClr val="000000"/>
                  </a:solidFill>
                  <a:prstDash val="dot"/>
                  <a:round/>
                  <a:headEnd type="none" w="med" len="med"/>
                  <a:tailEnd type="none" w="med" len="med"/>
                </a:ln>
              </p:spPr>
            </p:cxnSp>
            <p:cxnSp>
              <p:nvCxnSpPr>
                <p:cNvPr id="600" name="Google Shape;600;p29"/>
                <p:cNvCxnSpPr/>
                <p:nvPr/>
              </p:nvCxnSpPr>
              <p:spPr>
                <a:xfrm>
                  <a:off x="549" y="1859"/>
                  <a:ext cx="27" cy="0"/>
                </a:xfrm>
                <a:prstGeom prst="straightConnector1">
                  <a:avLst/>
                </a:prstGeom>
                <a:noFill/>
                <a:ln w="9525" cap="flat" cmpd="sng">
                  <a:solidFill>
                    <a:srgbClr val="000000"/>
                  </a:solidFill>
                  <a:prstDash val="dot"/>
                  <a:round/>
                  <a:headEnd type="none" w="med" len="med"/>
                  <a:tailEnd type="none" w="med" len="med"/>
                </a:ln>
              </p:spPr>
            </p:cxnSp>
            <p:cxnSp>
              <p:nvCxnSpPr>
                <p:cNvPr id="601" name="Google Shape;601;p29"/>
                <p:cNvCxnSpPr/>
                <p:nvPr/>
              </p:nvCxnSpPr>
              <p:spPr>
                <a:xfrm>
                  <a:off x="579" y="1525"/>
                  <a:ext cx="0" cy="666"/>
                </a:xfrm>
                <a:prstGeom prst="straightConnector1">
                  <a:avLst/>
                </a:prstGeom>
                <a:noFill/>
                <a:ln w="9525" cap="flat" cmpd="sng">
                  <a:solidFill>
                    <a:srgbClr val="000000"/>
                  </a:solidFill>
                  <a:prstDash val="dot"/>
                  <a:round/>
                  <a:headEnd type="none" w="med" len="med"/>
                  <a:tailEnd type="none" w="med" len="med"/>
                </a:ln>
              </p:spPr>
            </p:cxnSp>
            <p:cxnSp>
              <p:nvCxnSpPr>
                <p:cNvPr id="602" name="Google Shape;602;p29"/>
                <p:cNvCxnSpPr/>
                <p:nvPr/>
              </p:nvCxnSpPr>
              <p:spPr>
                <a:xfrm>
                  <a:off x="579" y="1524"/>
                  <a:ext cx="127" cy="0"/>
                </a:xfrm>
                <a:prstGeom prst="straightConnector1">
                  <a:avLst/>
                </a:prstGeom>
                <a:noFill/>
                <a:ln w="9525" cap="flat" cmpd="sng">
                  <a:solidFill>
                    <a:srgbClr val="000000"/>
                  </a:solidFill>
                  <a:prstDash val="dot"/>
                  <a:round/>
                  <a:headEnd type="none" w="med" len="med"/>
                  <a:tailEnd type="none" w="med" len="med"/>
                </a:ln>
              </p:spPr>
            </p:cxnSp>
            <p:cxnSp>
              <p:nvCxnSpPr>
                <p:cNvPr id="603" name="Google Shape;603;p29"/>
                <p:cNvCxnSpPr/>
                <p:nvPr/>
              </p:nvCxnSpPr>
              <p:spPr>
                <a:xfrm rot="10800000" flipH="1">
                  <a:off x="579" y="2189"/>
                  <a:ext cx="123" cy="1"/>
                </a:xfrm>
                <a:prstGeom prst="straightConnector1">
                  <a:avLst/>
                </a:prstGeom>
                <a:noFill/>
                <a:ln w="9525" cap="flat" cmpd="sng">
                  <a:solidFill>
                    <a:srgbClr val="000000"/>
                  </a:solidFill>
                  <a:prstDash val="dot"/>
                  <a:round/>
                  <a:headEnd type="none" w="med" len="med"/>
                  <a:tailEnd type="none" w="med" len="med"/>
                </a:ln>
              </p:spPr>
            </p:cxnSp>
            <p:sp>
              <p:nvSpPr>
                <p:cNvPr id="604" name="Google Shape;604;p29"/>
                <p:cNvSpPr/>
                <p:nvPr/>
              </p:nvSpPr>
              <p:spPr>
                <a:xfrm>
                  <a:off x="706" y="2032"/>
                  <a:ext cx="302" cy="19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00" b="1">
                      <a:solidFill>
                        <a:srgbClr val="000000"/>
                      </a:solidFill>
                      <a:latin typeface="Arial"/>
                      <a:ea typeface="Arial"/>
                      <a:cs typeface="Arial"/>
                      <a:sym typeface="Arial"/>
                    </a:rPr>
                    <a:t>System</a:t>
                  </a:r>
                  <a:endParaRPr/>
                </a:p>
                <a:p>
                  <a:pPr marL="0" marR="0" lvl="0" indent="0" algn="ctr" rtl="0">
                    <a:spcBef>
                      <a:spcPts val="0"/>
                    </a:spcBef>
                    <a:spcAft>
                      <a:spcPts val="0"/>
                    </a:spcAft>
                    <a:buNone/>
                  </a:pPr>
                  <a:r>
                    <a:rPr lang="en-US" sz="900" b="1">
                      <a:solidFill>
                        <a:srgbClr val="000000"/>
                      </a:solidFill>
                      <a:latin typeface="Arial"/>
                      <a:ea typeface="Arial"/>
                      <a:cs typeface="Arial"/>
                      <a:sym typeface="Arial"/>
                    </a:rPr>
                    <a:t> B</a:t>
                  </a:r>
                  <a:endParaRPr sz="900">
                    <a:solidFill>
                      <a:schemeClr val="dk1"/>
                    </a:solidFill>
                    <a:latin typeface="Arial"/>
                    <a:ea typeface="Arial"/>
                    <a:cs typeface="Arial"/>
                    <a:sym typeface="Arial"/>
                  </a:endParaRPr>
                </a:p>
              </p:txBody>
            </p:sp>
            <p:cxnSp>
              <p:nvCxnSpPr>
                <p:cNvPr id="605" name="Google Shape;605;p29"/>
                <p:cNvCxnSpPr/>
                <p:nvPr/>
              </p:nvCxnSpPr>
              <p:spPr>
                <a:xfrm>
                  <a:off x="1038" y="1445"/>
                  <a:ext cx="100" cy="0"/>
                </a:xfrm>
                <a:prstGeom prst="straightConnector1">
                  <a:avLst/>
                </a:prstGeom>
                <a:noFill/>
                <a:ln w="9525" cap="flat" cmpd="sng">
                  <a:solidFill>
                    <a:srgbClr val="000000"/>
                  </a:solidFill>
                  <a:prstDash val="dot"/>
                  <a:round/>
                  <a:headEnd type="none" w="med" len="med"/>
                  <a:tailEnd type="none" w="med" len="med"/>
                </a:ln>
              </p:spPr>
            </p:cxnSp>
            <p:cxnSp>
              <p:nvCxnSpPr>
                <p:cNvPr id="606" name="Google Shape;606;p29"/>
                <p:cNvCxnSpPr/>
                <p:nvPr/>
              </p:nvCxnSpPr>
              <p:spPr>
                <a:xfrm rot="10800000" flipH="1">
                  <a:off x="1038" y="1555"/>
                  <a:ext cx="56" cy="1"/>
                </a:xfrm>
                <a:prstGeom prst="straightConnector1">
                  <a:avLst/>
                </a:prstGeom>
                <a:noFill/>
                <a:ln w="9525" cap="flat" cmpd="sng">
                  <a:solidFill>
                    <a:srgbClr val="000000"/>
                  </a:solidFill>
                  <a:prstDash val="dot"/>
                  <a:round/>
                  <a:headEnd type="none" w="med" len="med"/>
                  <a:tailEnd type="none" w="med" len="med"/>
                </a:ln>
              </p:spPr>
            </p:cxnSp>
            <p:cxnSp>
              <p:nvCxnSpPr>
                <p:cNvPr id="607" name="Google Shape;607;p29"/>
                <p:cNvCxnSpPr/>
                <p:nvPr/>
              </p:nvCxnSpPr>
              <p:spPr>
                <a:xfrm>
                  <a:off x="1036" y="1682"/>
                  <a:ext cx="26" cy="1"/>
                </a:xfrm>
                <a:prstGeom prst="straightConnector1">
                  <a:avLst/>
                </a:prstGeom>
                <a:noFill/>
                <a:ln w="9525" cap="flat" cmpd="sng">
                  <a:solidFill>
                    <a:srgbClr val="000000"/>
                  </a:solidFill>
                  <a:prstDash val="dot"/>
                  <a:round/>
                  <a:headEnd type="none" w="med" len="med"/>
                  <a:tailEnd type="none" w="med" len="med"/>
                </a:ln>
              </p:spPr>
            </p:cxnSp>
            <p:cxnSp>
              <p:nvCxnSpPr>
                <p:cNvPr id="608" name="Google Shape;608;p29"/>
                <p:cNvCxnSpPr/>
                <p:nvPr/>
              </p:nvCxnSpPr>
              <p:spPr>
                <a:xfrm>
                  <a:off x="1037" y="2001"/>
                  <a:ext cx="90" cy="1"/>
                </a:xfrm>
                <a:prstGeom prst="straightConnector1">
                  <a:avLst/>
                </a:prstGeom>
                <a:noFill/>
                <a:ln w="9525" cap="flat" cmpd="sng">
                  <a:solidFill>
                    <a:srgbClr val="000000"/>
                  </a:solidFill>
                  <a:prstDash val="dot"/>
                  <a:round/>
                  <a:headEnd type="none" w="med" len="med"/>
                  <a:tailEnd type="none" w="med" len="med"/>
                </a:ln>
              </p:spPr>
            </p:cxnSp>
            <p:cxnSp>
              <p:nvCxnSpPr>
                <p:cNvPr id="609" name="Google Shape;609;p29"/>
                <p:cNvCxnSpPr/>
                <p:nvPr/>
              </p:nvCxnSpPr>
              <p:spPr>
                <a:xfrm rot="10800000" flipH="1">
                  <a:off x="1037" y="2111"/>
                  <a:ext cx="56" cy="1"/>
                </a:xfrm>
                <a:prstGeom prst="straightConnector1">
                  <a:avLst/>
                </a:prstGeom>
                <a:noFill/>
                <a:ln w="9525" cap="flat" cmpd="sng">
                  <a:solidFill>
                    <a:srgbClr val="000000"/>
                  </a:solidFill>
                  <a:prstDash val="dot"/>
                  <a:round/>
                  <a:headEnd type="none" w="med" len="med"/>
                  <a:tailEnd type="none" w="med" len="med"/>
                </a:ln>
              </p:spPr>
            </p:cxnSp>
            <p:cxnSp>
              <p:nvCxnSpPr>
                <p:cNvPr id="610" name="Google Shape;610;p29"/>
                <p:cNvCxnSpPr/>
                <p:nvPr/>
              </p:nvCxnSpPr>
              <p:spPr>
                <a:xfrm rot="10800000" flipH="1">
                  <a:off x="1035" y="2237"/>
                  <a:ext cx="26" cy="1"/>
                </a:xfrm>
                <a:prstGeom prst="straightConnector1">
                  <a:avLst/>
                </a:prstGeom>
                <a:noFill/>
                <a:ln w="9525" cap="flat" cmpd="sng">
                  <a:solidFill>
                    <a:srgbClr val="000000"/>
                  </a:solidFill>
                  <a:prstDash val="dot"/>
                  <a:round/>
                  <a:headEnd type="none" w="med" len="med"/>
                  <a:tailEnd type="none" w="med" len="med"/>
                </a:ln>
              </p:spPr>
            </p:cxnSp>
            <p:cxnSp>
              <p:nvCxnSpPr>
                <p:cNvPr id="611" name="Google Shape;611;p29"/>
                <p:cNvCxnSpPr/>
                <p:nvPr/>
              </p:nvCxnSpPr>
              <p:spPr>
                <a:xfrm>
                  <a:off x="1089" y="1841"/>
                  <a:ext cx="91" cy="0"/>
                </a:xfrm>
                <a:prstGeom prst="straightConnector1">
                  <a:avLst/>
                </a:prstGeom>
                <a:noFill/>
                <a:ln w="9525" cap="flat" cmpd="sng">
                  <a:solidFill>
                    <a:srgbClr val="000000"/>
                  </a:solidFill>
                  <a:prstDash val="dot"/>
                  <a:round/>
                  <a:headEnd type="none" w="med" len="med"/>
                  <a:tailEnd type="none" w="med" len="med"/>
                </a:ln>
              </p:spPr>
            </p:cxnSp>
            <p:cxnSp>
              <p:nvCxnSpPr>
                <p:cNvPr id="612" name="Google Shape;612;p29"/>
                <p:cNvCxnSpPr/>
                <p:nvPr/>
              </p:nvCxnSpPr>
              <p:spPr>
                <a:xfrm>
                  <a:off x="646" y="1650"/>
                  <a:ext cx="6" cy="411"/>
                </a:xfrm>
                <a:prstGeom prst="straightConnector1">
                  <a:avLst/>
                </a:prstGeom>
                <a:noFill/>
                <a:ln w="9525" cap="flat" cmpd="sng">
                  <a:solidFill>
                    <a:srgbClr val="000000"/>
                  </a:solidFill>
                  <a:prstDash val="dot"/>
                  <a:round/>
                  <a:headEnd type="none" w="med" len="med"/>
                  <a:tailEnd type="none" w="med" len="med"/>
                </a:ln>
              </p:spPr>
            </p:cxnSp>
            <p:cxnSp>
              <p:nvCxnSpPr>
                <p:cNvPr id="613" name="Google Shape;613;p29"/>
                <p:cNvCxnSpPr/>
                <p:nvPr/>
              </p:nvCxnSpPr>
              <p:spPr>
                <a:xfrm>
                  <a:off x="1127" y="1444"/>
                  <a:ext cx="1" cy="557"/>
                </a:xfrm>
                <a:prstGeom prst="straightConnector1">
                  <a:avLst/>
                </a:prstGeom>
                <a:noFill/>
                <a:ln w="9525" cap="flat" cmpd="sng">
                  <a:solidFill>
                    <a:srgbClr val="000000"/>
                  </a:solidFill>
                  <a:prstDash val="dot"/>
                  <a:round/>
                  <a:headEnd type="none" w="med" len="med"/>
                  <a:tailEnd type="none" w="med" len="med"/>
                </a:ln>
              </p:spPr>
            </p:cxnSp>
            <p:cxnSp>
              <p:nvCxnSpPr>
                <p:cNvPr id="614" name="Google Shape;614;p29"/>
                <p:cNvCxnSpPr/>
                <p:nvPr/>
              </p:nvCxnSpPr>
              <p:spPr>
                <a:xfrm>
                  <a:off x="1127" y="1515"/>
                  <a:ext cx="53" cy="0"/>
                </a:xfrm>
                <a:prstGeom prst="straightConnector1">
                  <a:avLst/>
                </a:prstGeom>
                <a:noFill/>
                <a:ln w="9525" cap="flat" cmpd="sng">
                  <a:solidFill>
                    <a:srgbClr val="000000"/>
                  </a:solidFill>
                  <a:prstDash val="dot"/>
                  <a:round/>
                  <a:headEnd type="none" w="med" len="med"/>
                  <a:tailEnd type="none" w="med" len="med"/>
                </a:ln>
              </p:spPr>
            </p:cxnSp>
            <p:cxnSp>
              <p:nvCxnSpPr>
                <p:cNvPr id="615" name="Google Shape;615;p29"/>
                <p:cNvCxnSpPr/>
                <p:nvPr/>
              </p:nvCxnSpPr>
              <p:spPr>
                <a:xfrm>
                  <a:off x="1089" y="1554"/>
                  <a:ext cx="3" cy="555"/>
                </a:xfrm>
                <a:prstGeom prst="straightConnector1">
                  <a:avLst/>
                </a:prstGeom>
                <a:noFill/>
                <a:ln w="9525" cap="flat" cmpd="sng">
                  <a:solidFill>
                    <a:srgbClr val="000000"/>
                  </a:solidFill>
                  <a:prstDash val="dot"/>
                  <a:round/>
                  <a:headEnd type="none" w="med" len="med"/>
                  <a:tailEnd type="none" w="med" len="med"/>
                </a:ln>
              </p:spPr>
            </p:cxnSp>
            <p:cxnSp>
              <p:nvCxnSpPr>
                <p:cNvPr id="616" name="Google Shape;616;p29"/>
                <p:cNvCxnSpPr/>
                <p:nvPr/>
              </p:nvCxnSpPr>
              <p:spPr>
                <a:xfrm>
                  <a:off x="1057" y="2177"/>
                  <a:ext cx="123" cy="0"/>
                </a:xfrm>
                <a:prstGeom prst="straightConnector1">
                  <a:avLst/>
                </a:prstGeom>
                <a:noFill/>
                <a:ln w="9525" cap="flat" cmpd="sng">
                  <a:solidFill>
                    <a:srgbClr val="000000"/>
                  </a:solidFill>
                  <a:prstDash val="dot"/>
                  <a:round/>
                  <a:headEnd type="none" w="med" len="med"/>
                  <a:tailEnd type="none" w="med" len="med"/>
                </a:ln>
              </p:spPr>
            </p:cxnSp>
          </p:grpSp>
        </p:grpSp>
        <p:sp>
          <p:nvSpPr>
            <p:cNvPr id="617" name="Google Shape;617;p29"/>
            <p:cNvSpPr/>
            <p:nvPr/>
          </p:nvSpPr>
          <p:spPr>
            <a:xfrm>
              <a:off x="1610" y="3711"/>
              <a:ext cx="2445" cy="36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2"/>
                  </a:solidFill>
                  <a:latin typeface="Verdana"/>
                  <a:ea typeface="Verdana"/>
                  <a:cs typeface="Verdana"/>
                  <a:sym typeface="Verdana"/>
                </a:rPr>
                <a:t>Model of the Digital System + </a:t>
              </a:r>
              <a:endParaRPr/>
            </a:p>
            <a:p>
              <a:pPr marL="0" marR="0" lvl="0" indent="0" algn="ctr" rtl="0">
                <a:spcBef>
                  <a:spcPts val="0"/>
                </a:spcBef>
                <a:spcAft>
                  <a:spcPts val="0"/>
                </a:spcAft>
                <a:buNone/>
              </a:pPr>
              <a:r>
                <a:rPr lang="en-US" sz="1600" b="1">
                  <a:solidFill>
                    <a:schemeClr val="dk2"/>
                  </a:solidFill>
                  <a:latin typeface="Verdana"/>
                  <a:ea typeface="Verdana"/>
                  <a:cs typeface="Verdana"/>
                  <a:sym typeface="Verdana"/>
                </a:rPr>
                <a:t>Model of the Mechanical System</a:t>
              </a:r>
              <a:endParaRPr/>
            </a:p>
          </p:txBody>
        </p:sp>
      </p:grpSp>
      <p:sp>
        <p:nvSpPr>
          <p:cNvPr id="618" name="Google Shape;618;p29"/>
          <p:cNvSpPr/>
          <p:nvPr/>
        </p:nvSpPr>
        <p:spPr>
          <a:xfrm>
            <a:off x="2971800" y="1886952"/>
            <a:ext cx="1511955" cy="1008648"/>
          </a:xfrm>
          <a:prstGeom prst="wedgeRoundRectCallout">
            <a:avLst>
              <a:gd name="adj1" fmla="val -91177"/>
              <a:gd name="adj2" fmla="val 19643"/>
              <a:gd name="adj3" fmla="val 16667"/>
            </a:avLst>
          </a:prstGeom>
          <a:solidFill>
            <a:srgbClr val="FFECC3"/>
          </a:solidFill>
          <a:ln w="25400" cap="flat" cmpd="sng">
            <a:solidFill>
              <a:srgbClr val="7C83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FFD300"/>
              </a:buClr>
              <a:buSzPts val="708"/>
              <a:buFont typeface="Arial"/>
              <a:buNone/>
            </a:pPr>
            <a:r>
              <a:rPr lang="en-US" sz="1200">
                <a:solidFill>
                  <a:schemeClr val="accent2"/>
                </a:solidFill>
                <a:latin typeface="Arial"/>
                <a:ea typeface="Arial"/>
                <a:cs typeface="Arial"/>
                <a:sym typeface="Arial"/>
              </a:rPr>
              <a:t>Verify safety properties of the nominal digital system</a:t>
            </a:r>
            <a:endParaRPr/>
          </a:p>
        </p:txBody>
      </p:sp>
      <p:sp>
        <p:nvSpPr>
          <p:cNvPr id="619" name="Google Shape;619;p29"/>
          <p:cNvSpPr/>
          <p:nvPr/>
        </p:nvSpPr>
        <p:spPr>
          <a:xfrm>
            <a:off x="7391400" y="4494680"/>
            <a:ext cx="1511955" cy="1008648"/>
          </a:xfrm>
          <a:prstGeom prst="wedgeRoundRectCallout">
            <a:avLst>
              <a:gd name="adj1" fmla="val -91177"/>
              <a:gd name="adj2" fmla="val 19643"/>
              <a:gd name="adj3" fmla="val 16667"/>
            </a:avLst>
          </a:prstGeom>
          <a:solidFill>
            <a:srgbClr val="FFECC3"/>
          </a:solidFill>
          <a:ln w="25400" cap="flat" cmpd="sng">
            <a:solidFill>
              <a:srgbClr val="7C83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FFD300"/>
              </a:buClr>
              <a:buSzPts val="708"/>
              <a:buFont typeface="Arial"/>
              <a:buNone/>
            </a:pPr>
            <a:r>
              <a:rPr lang="en-US" sz="1200">
                <a:solidFill>
                  <a:schemeClr val="accent2"/>
                </a:solidFill>
                <a:latin typeface="Arial"/>
                <a:ea typeface="Arial"/>
                <a:cs typeface="Arial"/>
                <a:sym typeface="Arial"/>
              </a:rPr>
              <a:t>Verify safety properties of the nominal mechanical system</a:t>
            </a:r>
            <a:endParaRPr sz="1200">
              <a:solidFill>
                <a:schemeClr val="accent2"/>
              </a:solidFill>
              <a:latin typeface="Arial"/>
              <a:ea typeface="Arial"/>
              <a:cs typeface="Arial"/>
              <a:sym typeface="Arial"/>
            </a:endParaRPr>
          </a:p>
        </p:txBody>
      </p:sp>
      <p:sp>
        <p:nvSpPr>
          <p:cNvPr id="2" name="Rectangle 1"/>
          <p:cNvSpPr/>
          <p:nvPr/>
        </p:nvSpPr>
        <p:spPr>
          <a:xfrm>
            <a:off x="5956348" y="2771775"/>
            <a:ext cx="983295" cy="9667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217" name="TextBox 216"/>
          <p:cNvSpPr txBox="1"/>
          <p:nvPr/>
        </p:nvSpPr>
        <p:spPr>
          <a:xfrm>
            <a:off x="228600" y="6596743"/>
            <a:ext cx="2452916" cy="307777"/>
          </a:xfrm>
          <a:prstGeom prst="rect">
            <a:avLst/>
          </a:prstGeom>
          <a:noFill/>
        </p:spPr>
        <p:txBody>
          <a:bodyPr wrap="none" rtlCol="0">
            <a:spAutoFit/>
          </a:bodyPr>
          <a:lstStyle/>
          <a:p>
            <a:r>
              <a:rPr lang="de-DE" dirty="0" smtClean="0"/>
              <a:t>Adapted from Stephen Miller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60"/>
                                        </p:tgtEl>
                                        <p:attrNameLst>
                                          <p:attrName>style.visibility</p:attrName>
                                        </p:attrNameLst>
                                      </p:cBhvr>
                                      <p:to>
                                        <p:strVal val="visible"/>
                                      </p:to>
                                    </p:set>
                                    <p:anim calcmode="lin" valueType="num">
                                      <p:cBhvr additive="base">
                                        <p:cTn id="11" dur="500"/>
                                        <p:tgtEl>
                                          <p:spTgt spid="460"/>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30"/>
          <p:cNvSpPr txBox="1">
            <a:spLocks noGrp="1"/>
          </p:cNvSpPr>
          <p:nvPr>
            <p:ph type="title"/>
          </p:nvPr>
        </p:nvSpPr>
        <p:spPr>
          <a:xfrm>
            <a:off x="457200" y="457200"/>
            <a:ext cx="8229600" cy="73860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Wheel Brake System</a:t>
            </a:r>
            <a:endParaRPr/>
          </a:p>
        </p:txBody>
      </p:sp>
      <p:pic>
        <p:nvPicPr>
          <p:cNvPr id="625" name="Google Shape;625;p30" descr="wbs_sae.ppm"/>
          <p:cNvPicPr preferRelativeResize="0">
            <a:picLocks noGrp="1"/>
          </p:cNvPicPr>
          <p:nvPr>
            <p:ph type="body" idx="1"/>
          </p:nvPr>
        </p:nvPicPr>
        <p:blipFill rotWithShape="1">
          <a:blip r:embed="rId3">
            <a:alphaModFix/>
          </a:blip>
          <a:srcRect l="-25397" r="-25397"/>
          <a:stretch/>
        </p:blipFill>
        <p:spPr>
          <a:xfrm>
            <a:off x="1" y="1127344"/>
            <a:ext cx="9317322" cy="5219106"/>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transition>
    <p:fade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31"/>
          <p:cNvSpPr txBox="1">
            <a:spLocks noGrp="1"/>
          </p:cNvSpPr>
          <p:nvPr>
            <p:ph type="title"/>
          </p:nvPr>
        </p:nvSpPr>
        <p:spPr>
          <a:xfrm>
            <a:off x="457200" y="504825"/>
            <a:ext cx="83058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Architecture Analysis and Design Language (AADL)</a:t>
            </a:r>
            <a:endParaRPr/>
          </a:p>
        </p:txBody>
      </p:sp>
      <p:sp>
        <p:nvSpPr>
          <p:cNvPr id="631" name="Google Shape;631;p31"/>
          <p:cNvSpPr/>
          <p:nvPr/>
        </p:nvSpPr>
        <p:spPr>
          <a:xfrm>
            <a:off x="1447800" y="4953000"/>
            <a:ext cx="6477000"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lt1"/>
                </a:solidFill>
                <a:latin typeface="Arial"/>
                <a:ea typeface="Arial"/>
                <a:cs typeface="Arial"/>
                <a:sym typeface="Arial"/>
              </a:rPr>
              <a:t>AADL = SAE AS5506 standard</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Arial"/>
                <a:ea typeface="Arial"/>
                <a:cs typeface="Arial"/>
                <a:sym typeface="Arial"/>
              </a:rPr>
              <a:t>Target: Embedded, real-time, distributed systems</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Arial"/>
                <a:ea typeface="Arial"/>
                <a:cs typeface="Arial"/>
                <a:sym typeface="Arial"/>
              </a:rPr>
              <a:t>Describes both hardware and software</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Arial"/>
                <a:ea typeface="Arial"/>
                <a:cs typeface="Arial"/>
                <a:sym typeface="Arial"/>
              </a:rPr>
              <a:t>Extensible syntax (annex)</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Arial"/>
                <a:ea typeface="Arial"/>
                <a:cs typeface="Arial"/>
                <a:sym typeface="Arial"/>
              </a:rPr>
              <a:t>Open source tools, supported by SEI</a:t>
            </a:r>
            <a:endParaRPr sz="1600">
              <a:solidFill>
                <a:schemeClr val="lt1"/>
              </a:solidFill>
              <a:latin typeface="Arial"/>
              <a:ea typeface="Arial"/>
              <a:cs typeface="Arial"/>
              <a:sym typeface="Arial"/>
            </a:endParaRPr>
          </a:p>
        </p:txBody>
      </p:sp>
      <p:grpSp>
        <p:nvGrpSpPr>
          <p:cNvPr id="632" name="Google Shape;632;p31"/>
          <p:cNvGrpSpPr/>
          <p:nvPr/>
        </p:nvGrpSpPr>
        <p:grpSpPr>
          <a:xfrm>
            <a:off x="533400" y="1676400"/>
            <a:ext cx="5734646" cy="3030224"/>
            <a:chOff x="1371600" y="1389376"/>
            <a:chExt cx="6553200" cy="3462753"/>
          </a:xfrm>
        </p:grpSpPr>
        <p:pic>
          <p:nvPicPr>
            <p:cNvPr id="633" name="Google Shape;633;p31"/>
            <p:cNvPicPr preferRelativeResize="0"/>
            <p:nvPr/>
          </p:nvPicPr>
          <p:blipFill rotWithShape="1">
            <a:blip r:embed="rId3">
              <a:alphaModFix/>
            </a:blip>
            <a:srcRect/>
            <a:stretch/>
          </p:blipFill>
          <p:spPr>
            <a:xfrm>
              <a:off x="1371600" y="1389376"/>
              <a:ext cx="6553200" cy="3462753"/>
            </a:xfrm>
            <a:prstGeom prst="rect">
              <a:avLst/>
            </a:prstGeom>
            <a:noFill/>
            <a:ln>
              <a:noFill/>
            </a:ln>
          </p:spPr>
        </p:pic>
        <p:pic>
          <p:nvPicPr>
            <p:cNvPr id="634" name="Google Shape;634;p31" descr="pixhawk.jpg"/>
            <p:cNvPicPr preferRelativeResize="0"/>
            <p:nvPr/>
          </p:nvPicPr>
          <p:blipFill rotWithShape="1">
            <a:blip r:embed="rId4">
              <a:alphaModFix/>
            </a:blip>
            <a:srcRect/>
            <a:stretch/>
          </p:blipFill>
          <p:spPr>
            <a:xfrm>
              <a:off x="2297057" y="3581400"/>
              <a:ext cx="838200" cy="838200"/>
            </a:xfrm>
            <a:prstGeom prst="rect">
              <a:avLst/>
            </a:prstGeom>
            <a:noFill/>
            <a:ln>
              <a:noFill/>
            </a:ln>
          </p:spPr>
        </p:pic>
        <p:pic>
          <p:nvPicPr>
            <p:cNvPr id="635" name="Google Shape;635;p31" descr="http://dn.odroid.com/homebackup/ODROID-XU3.jpg"/>
            <p:cNvPicPr preferRelativeResize="0"/>
            <p:nvPr/>
          </p:nvPicPr>
          <p:blipFill rotWithShape="1">
            <a:blip r:embed="rId5">
              <a:alphaModFix/>
            </a:blip>
            <a:srcRect/>
            <a:stretch/>
          </p:blipFill>
          <p:spPr>
            <a:xfrm>
              <a:off x="4724400" y="3581400"/>
              <a:ext cx="1161394" cy="673608"/>
            </a:xfrm>
            <a:prstGeom prst="rect">
              <a:avLst/>
            </a:prstGeom>
            <a:noFill/>
            <a:ln>
              <a:noFill/>
            </a:ln>
          </p:spPr>
        </p:pic>
      </p:grpSp>
      <p:grpSp>
        <p:nvGrpSpPr>
          <p:cNvPr id="636" name="Google Shape;636;p31"/>
          <p:cNvGrpSpPr/>
          <p:nvPr/>
        </p:nvGrpSpPr>
        <p:grpSpPr>
          <a:xfrm>
            <a:off x="4343400" y="1371600"/>
            <a:ext cx="4595523" cy="2080852"/>
            <a:chOff x="4343400" y="1371600"/>
            <a:chExt cx="4595523" cy="2080852"/>
          </a:xfrm>
        </p:grpSpPr>
        <p:pic>
          <p:nvPicPr>
            <p:cNvPr id="637" name="Google Shape;637;p31"/>
            <p:cNvPicPr preferRelativeResize="0"/>
            <p:nvPr/>
          </p:nvPicPr>
          <p:blipFill rotWithShape="1">
            <a:blip r:embed="rId6">
              <a:alphaModFix/>
            </a:blip>
            <a:srcRect/>
            <a:stretch/>
          </p:blipFill>
          <p:spPr>
            <a:xfrm>
              <a:off x="5334000" y="1371600"/>
              <a:ext cx="3604923" cy="2080852"/>
            </a:xfrm>
            <a:prstGeom prst="rect">
              <a:avLst/>
            </a:prstGeom>
            <a:noFill/>
            <a:ln>
              <a:noFill/>
            </a:ln>
          </p:spPr>
        </p:pic>
        <p:cxnSp>
          <p:nvCxnSpPr>
            <p:cNvPr id="638" name="Google Shape;638;p31"/>
            <p:cNvCxnSpPr/>
            <p:nvPr/>
          </p:nvCxnSpPr>
          <p:spPr>
            <a:xfrm rot="10800000" flipH="1">
              <a:off x="4343400" y="1381126"/>
              <a:ext cx="1511930" cy="447674"/>
            </a:xfrm>
            <a:prstGeom prst="straightConnector1">
              <a:avLst/>
            </a:prstGeom>
            <a:noFill/>
            <a:ln w="57150" cap="flat" cmpd="sng">
              <a:solidFill>
                <a:srgbClr val="FFC000"/>
              </a:solidFill>
              <a:prstDash val="dot"/>
              <a:round/>
              <a:headEnd type="none" w="sm" len="sm"/>
              <a:tailEnd type="none" w="sm" len="sm"/>
            </a:ln>
          </p:spPr>
        </p:cxnSp>
        <p:cxnSp>
          <p:nvCxnSpPr>
            <p:cNvPr id="639" name="Google Shape;639;p31"/>
            <p:cNvCxnSpPr/>
            <p:nvPr/>
          </p:nvCxnSpPr>
          <p:spPr>
            <a:xfrm>
              <a:off x="4343400" y="2514600"/>
              <a:ext cx="1447800" cy="838200"/>
            </a:xfrm>
            <a:prstGeom prst="straightConnector1">
              <a:avLst/>
            </a:prstGeom>
            <a:noFill/>
            <a:ln w="57150" cap="flat" cmpd="sng">
              <a:solidFill>
                <a:srgbClr val="FFC000"/>
              </a:solidFill>
              <a:prstDash val="dot"/>
              <a:round/>
              <a:headEnd type="none" w="sm" len="sm"/>
              <a:tailEnd type="none" w="sm" len="sm"/>
            </a:ln>
          </p:spPr>
        </p:cxnSp>
      </p:gr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13" name="TextBox 12"/>
          <p:cNvSpPr txBox="1"/>
          <p:nvPr/>
        </p:nvSpPr>
        <p:spPr>
          <a:xfrm>
            <a:off x="228600" y="6596743"/>
            <a:ext cx="2484976" cy="307777"/>
          </a:xfrm>
          <a:prstGeom prst="rect">
            <a:avLst/>
          </a:prstGeom>
          <a:noFill/>
        </p:spPr>
        <p:txBody>
          <a:bodyPr wrap="none" rtlCol="0">
            <a:spAutoFit/>
          </a:bodyPr>
          <a:lstStyle/>
          <a:p>
            <a:r>
              <a:rPr lang="de-DE" dirty="0" smtClean="0"/>
              <a:t>Slide from Collins Aerospace</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644"/>
        <p:cNvGrpSpPr/>
        <p:nvPr/>
      </p:nvGrpSpPr>
      <p:grpSpPr>
        <a:xfrm>
          <a:off x="0" y="0"/>
          <a:ext cx="0" cy="0"/>
          <a:chOff x="0" y="0"/>
          <a:chExt cx="0" cy="0"/>
        </a:xfrm>
      </p:grpSpPr>
      <p:sp>
        <p:nvSpPr>
          <p:cNvPr id="645" name="Google Shape;645;p32"/>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Architecture Modeling and Analysis Tools</a:t>
            </a:r>
            <a:endParaRPr/>
          </a:p>
        </p:txBody>
      </p:sp>
      <p:pic>
        <p:nvPicPr>
          <p:cNvPr id="646" name="Google Shape;646;p32"/>
          <p:cNvPicPr preferRelativeResize="0"/>
          <p:nvPr/>
        </p:nvPicPr>
        <p:blipFill rotWithShape="1">
          <a:blip r:embed="rId3">
            <a:alphaModFix/>
          </a:blip>
          <a:srcRect/>
          <a:stretch/>
        </p:blipFill>
        <p:spPr>
          <a:xfrm>
            <a:off x="3124200" y="1524000"/>
            <a:ext cx="3048000" cy="1890085"/>
          </a:xfrm>
          <a:prstGeom prst="rect">
            <a:avLst/>
          </a:prstGeom>
          <a:noFill/>
          <a:ln>
            <a:noFill/>
          </a:ln>
        </p:spPr>
      </p:pic>
      <p:grpSp>
        <p:nvGrpSpPr>
          <p:cNvPr id="647" name="Google Shape;647;p32"/>
          <p:cNvGrpSpPr/>
          <p:nvPr/>
        </p:nvGrpSpPr>
        <p:grpSpPr>
          <a:xfrm>
            <a:off x="1836396" y="2628900"/>
            <a:ext cx="3661087" cy="3870187"/>
            <a:chOff x="1836396" y="2628900"/>
            <a:chExt cx="3661087" cy="3870187"/>
          </a:xfrm>
        </p:grpSpPr>
        <p:grpSp>
          <p:nvGrpSpPr>
            <p:cNvPr id="648" name="Google Shape;648;p32"/>
            <p:cNvGrpSpPr/>
            <p:nvPr/>
          </p:nvGrpSpPr>
          <p:grpSpPr>
            <a:xfrm>
              <a:off x="1873646" y="2628900"/>
              <a:ext cx="1110265" cy="533400"/>
              <a:chOff x="1129973" y="1950482"/>
              <a:chExt cx="1110265" cy="533400"/>
            </a:xfrm>
          </p:grpSpPr>
          <p:grpSp>
            <p:nvGrpSpPr>
              <p:cNvPr id="649" name="Google Shape;649;p32"/>
              <p:cNvGrpSpPr/>
              <p:nvPr/>
            </p:nvGrpSpPr>
            <p:grpSpPr>
              <a:xfrm flipH="1">
                <a:off x="1129973" y="1950482"/>
                <a:ext cx="1110265" cy="533400"/>
                <a:chOff x="6640902" y="1295400"/>
                <a:chExt cx="1110265" cy="533400"/>
              </a:xfrm>
            </p:grpSpPr>
            <p:sp>
              <p:nvSpPr>
                <p:cNvPr id="650" name="Google Shape;650;p32"/>
                <p:cNvSpPr/>
                <p:nvPr/>
              </p:nvSpPr>
              <p:spPr>
                <a:xfrm>
                  <a:off x="6783673" y="1295400"/>
                  <a:ext cx="737505" cy="5334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651" name="Google Shape;651;p32"/>
                <p:cNvSpPr/>
                <p:nvPr/>
              </p:nvSpPr>
              <p:spPr>
                <a:xfrm>
                  <a:off x="7239000" y="1295400"/>
                  <a:ext cx="512167" cy="533400"/>
                </a:xfrm>
                <a:prstGeom prst="ellipse">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652" name="Google Shape;652;p32"/>
                <p:cNvSpPr/>
                <p:nvPr/>
              </p:nvSpPr>
              <p:spPr>
                <a:xfrm>
                  <a:off x="6640902" y="13716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653" name="Google Shape;653;p32"/>
                <p:cNvSpPr/>
                <p:nvPr/>
              </p:nvSpPr>
              <p:spPr>
                <a:xfrm>
                  <a:off x="6648554" y="16764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sp>
            <p:nvSpPr>
              <p:cNvPr id="654" name="Google Shape;654;p32"/>
              <p:cNvSpPr txBox="1"/>
              <p:nvPr/>
            </p:nvSpPr>
            <p:spPr>
              <a:xfrm>
                <a:off x="1165880" y="1960662"/>
                <a:ext cx="947695" cy="52322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400"/>
                  <a:buFont typeface="Droid Sans Mono"/>
                  <a:buNone/>
                </a:pPr>
                <a:r>
                  <a:rPr lang="en-US" sz="1400" b="1" i="0" u="none" strike="noStrike" cap="none">
                    <a:solidFill>
                      <a:srgbClr val="000000"/>
                    </a:solidFill>
                    <a:latin typeface="Droid Sans Mono"/>
                    <a:ea typeface="Droid Sans Mono"/>
                    <a:cs typeface="Droid Sans Mono"/>
                    <a:sym typeface="Droid Sans Mono"/>
                  </a:rPr>
                  <a:t>Trusted</a:t>
                </a:r>
                <a:endParaRPr/>
              </a:p>
              <a:p>
                <a:pPr marL="0" marR="0" lvl="0" indent="0" algn="r" rtl="0">
                  <a:lnSpc>
                    <a:spcPct val="100000"/>
                  </a:lnSpc>
                  <a:spcBef>
                    <a:spcPts val="0"/>
                  </a:spcBef>
                  <a:spcAft>
                    <a:spcPts val="0"/>
                  </a:spcAft>
                  <a:buClr>
                    <a:srgbClr val="000000"/>
                  </a:buClr>
                  <a:buSzPts val="1400"/>
                  <a:buFont typeface="Droid Sans Mono"/>
                  <a:buNone/>
                </a:pPr>
                <a:r>
                  <a:rPr lang="en-US" sz="1400" b="1" i="0" u="none" strike="noStrike" cap="none">
                    <a:solidFill>
                      <a:srgbClr val="000000"/>
                    </a:solidFill>
                    <a:latin typeface="Droid Sans Mono"/>
                    <a:ea typeface="Droid Sans Mono"/>
                    <a:cs typeface="Droid Sans Mono"/>
                    <a:sym typeface="Droid Sans Mono"/>
                  </a:rPr>
                  <a:t>Build</a:t>
                </a:r>
                <a:endParaRPr/>
              </a:p>
            </p:txBody>
          </p:sp>
        </p:grpSp>
        <p:grpSp>
          <p:nvGrpSpPr>
            <p:cNvPr id="655" name="Google Shape;655;p32"/>
            <p:cNvGrpSpPr/>
            <p:nvPr/>
          </p:nvGrpSpPr>
          <p:grpSpPr>
            <a:xfrm>
              <a:off x="1836396" y="3000374"/>
              <a:ext cx="3661087" cy="3498713"/>
              <a:chOff x="1836396" y="3000374"/>
              <a:chExt cx="3661087" cy="3498713"/>
            </a:xfrm>
          </p:grpSpPr>
          <p:pic>
            <p:nvPicPr>
              <p:cNvPr id="656" name="Google Shape;656;p32" descr="C:\Users\ddcofer\AppData\Local\Microsoft\Windows\Temporary Internet Files\Content.IE5\HWJ81UGS\MC900389552[1].wmf"/>
              <p:cNvPicPr preferRelativeResize="0"/>
              <p:nvPr/>
            </p:nvPicPr>
            <p:blipFill rotWithShape="1">
              <a:blip r:embed="rId4">
                <a:alphaModFix/>
              </a:blip>
              <a:srcRect/>
              <a:stretch/>
            </p:blipFill>
            <p:spPr>
              <a:xfrm>
                <a:off x="3274805" y="4544457"/>
                <a:ext cx="900112" cy="930275"/>
              </a:xfrm>
              <a:prstGeom prst="rect">
                <a:avLst/>
              </a:prstGeom>
              <a:noFill/>
              <a:ln>
                <a:noFill/>
              </a:ln>
            </p:spPr>
          </p:pic>
          <p:sp>
            <p:nvSpPr>
              <p:cNvPr id="657" name="Google Shape;657;p32"/>
              <p:cNvSpPr txBox="1"/>
              <p:nvPr/>
            </p:nvSpPr>
            <p:spPr>
              <a:xfrm>
                <a:off x="2563025" y="4114800"/>
                <a:ext cx="2934458"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Verdana"/>
                  <a:buNone/>
                </a:pPr>
                <a:r>
                  <a:rPr lang="en-US" sz="1800" b="0" i="0" u="none" strike="noStrike" cap="none">
                    <a:solidFill>
                      <a:srgbClr val="000000"/>
                    </a:solidFill>
                    <a:latin typeface="Verdana"/>
                    <a:ea typeface="Verdana"/>
                    <a:cs typeface="Verdana"/>
                    <a:sym typeface="Verdana"/>
                  </a:rPr>
                  <a:t>Architecture Translation</a:t>
                </a:r>
                <a:endParaRPr/>
              </a:p>
            </p:txBody>
          </p:sp>
          <p:sp>
            <p:nvSpPr>
              <p:cNvPr id="658" name="Google Shape;658;p32"/>
              <p:cNvSpPr/>
              <p:nvPr/>
            </p:nvSpPr>
            <p:spPr>
              <a:xfrm>
                <a:off x="1836396" y="3000374"/>
                <a:ext cx="1883808" cy="1082159"/>
              </a:xfrm>
              <a:custGeom>
                <a:avLst/>
                <a:gdLst/>
                <a:ahLst/>
                <a:cxnLst/>
                <a:rect l="l" t="t" r="r" b="b"/>
                <a:pathLst>
                  <a:path w="2221255" h="914400" extrusionOk="0">
                    <a:moveTo>
                      <a:pt x="78130" y="0"/>
                    </a:moveTo>
                    <a:cubicBezTo>
                      <a:pt x="3517" y="77787"/>
                      <a:pt x="-96495" y="271463"/>
                      <a:pt x="201955" y="381000"/>
                    </a:cubicBezTo>
                    <a:cubicBezTo>
                      <a:pt x="500405" y="490538"/>
                      <a:pt x="1532280" y="568325"/>
                      <a:pt x="1868830" y="657225"/>
                    </a:cubicBezTo>
                    <a:cubicBezTo>
                      <a:pt x="2205380" y="746125"/>
                      <a:pt x="2213317" y="830262"/>
                      <a:pt x="2221255" y="914400"/>
                    </a:cubicBezTo>
                  </a:path>
                </a:pathLst>
              </a:custGeom>
              <a:noFill/>
              <a:ln w="57150" cap="flat" cmpd="sng">
                <a:solidFill>
                  <a:srgbClr val="ABB4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659" name="Google Shape;659;p32"/>
              <p:cNvSpPr txBox="1"/>
              <p:nvPr/>
            </p:nvSpPr>
            <p:spPr>
              <a:xfrm>
                <a:off x="3225271" y="5486400"/>
                <a:ext cx="85311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Verdana"/>
                  <a:buNone/>
                </a:pPr>
                <a:r>
                  <a:rPr lang="en-US" sz="2000" b="1" i="0" u="none" strike="noStrike" cap="none">
                    <a:solidFill>
                      <a:srgbClr val="000000"/>
                    </a:solidFill>
                    <a:latin typeface="Verdana"/>
                    <a:ea typeface="Verdana"/>
                    <a:cs typeface="Verdana"/>
                    <a:sym typeface="Verdana"/>
                  </a:rPr>
                  <a:t>seL4</a:t>
                </a:r>
                <a:endParaRPr/>
              </a:p>
            </p:txBody>
          </p:sp>
          <p:sp>
            <p:nvSpPr>
              <p:cNvPr id="660" name="Google Shape;660;p32"/>
              <p:cNvSpPr txBox="1"/>
              <p:nvPr/>
            </p:nvSpPr>
            <p:spPr>
              <a:xfrm>
                <a:off x="3200400" y="5791201"/>
                <a:ext cx="1383712" cy="7078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eChronos</a:t>
                </a:r>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VxWorks</a:t>
                </a:r>
                <a:endParaRPr/>
              </a:p>
            </p:txBody>
          </p:sp>
        </p:grpSp>
      </p:grpSp>
      <p:grpSp>
        <p:nvGrpSpPr>
          <p:cNvPr id="661" name="Google Shape;661;p32"/>
          <p:cNvGrpSpPr/>
          <p:nvPr/>
        </p:nvGrpSpPr>
        <p:grpSpPr>
          <a:xfrm>
            <a:off x="5035675" y="4126468"/>
            <a:ext cx="3651125" cy="2277770"/>
            <a:chOff x="5035675" y="4126468"/>
            <a:chExt cx="3651125" cy="2277770"/>
          </a:xfrm>
        </p:grpSpPr>
        <p:grpSp>
          <p:nvGrpSpPr>
            <p:cNvPr id="662" name="Google Shape;662;p32"/>
            <p:cNvGrpSpPr/>
            <p:nvPr/>
          </p:nvGrpSpPr>
          <p:grpSpPr>
            <a:xfrm>
              <a:off x="6028880" y="4474379"/>
              <a:ext cx="2657921" cy="1181292"/>
              <a:chOff x="4038581" y="3886200"/>
              <a:chExt cx="4800620" cy="2133600"/>
            </a:xfrm>
          </p:grpSpPr>
          <p:sp>
            <p:nvSpPr>
              <p:cNvPr id="663" name="Google Shape;663;p32"/>
              <p:cNvSpPr/>
              <p:nvPr/>
            </p:nvSpPr>
            <p:spPr>
              <a:xfrm>
                <a:off x="4038600" y="3886200"/>
                <a:ext cx="4800599" cy="2133600"/>
              </a:xfrm>
              <a:prstGeom prst="rect">
                <a:avLst/>
              </a:prstGeom>
              <a:solidFill>
                <a:srgbClr val="F8F8F8"/>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000000"/>
                  </a:solidFill>
                  <a:latin typeface="Verdana"/>
                  <a:ea typeface="Verdana"/>
                  <a:cs typeface="Verdana"/>
                  <a:sym typeface="Verdana"/>
                </a:endParaRPr>
              </a:p>
            </p:txBody>
          </p:sp>
          <p:cxnSp>
            <p:nvCxnSpPr>
              <p:cNvPr id="664" name="Google Shape;664;p32"/>
              <p:cNvCxnSpPr>
                <a:stCxn id="665" idx="0"/>
                <a:endCxn id="666" idx="3"/>
              </p:cNvCxnSpPr>
              <p:nvPr/>
            </p:nvCxnSpPr>
            <p:spPr>
              <a:xfrm>
                <a:off x="4090988" y="4279900"/>
                <a:ext cx="357000" cy="3300"/>
              </a:xfrm>
              <a:prstGeom prst="straightConnector1">
                <a:avLst/>
              </a:prstGeom>
              <a:noFill/>
              <a:ln w="9525" cap="flat" cmpd="sng">
                <a:solidFill>
                  <a:srgbClr val="000000"/>
                </a:solidFill>
                <a:prstDash val="solid"/>
                <a:round/>
                <a:headEnd type="none" w="sm" len="sm"/>
                <a:tailEnd type="none" w="sm" len="sm"/>
              </a:ln>
            </p:spPr>
          </p:cxnSp>
          <p:cxnSp>
            <p:nvCxnSpPr>
              <p:cNvPr id="667" name="Google Shape;667;p32"/>
              <p:cNvCxnSpPr>
                <a:stCxn id="668" idx="0"/>
                <a:endCxn id="669" idx="3"/>
              </p:cNvCxnSpPr>
              <p:nvPr/>
            </p:nvCxnSpPr>
            <p:spPr>
              <a:xfrm>
                <a:off x="5562600" y="4283075"/>
                <a:ext cx="333300" cy="1125300"/>
              </a:xfrm>
              <a:prstGeom prst="bentConnector3">
                <a:avLst>
                  <a:gd name="adj1" fmla="val -619461"/>
                </a:avLst>
              </a:prstGeom>
              <a:noFill/>
              <a:ln w="9525" cap="flat" cmpd="sng">
                <a:solidFill>
                  <a:srgbClr val="000000"/>
                </a:solidFill>
                <a:prstDash val="solid"/>
                <a:round/>
                <a:headEnd type="none" w="sm" len="sm"/>
                <a:tailEnd type="none" w="sm" len="sm"/>
              </a:ln>
            </p:spPr>
          </p:cxnSp>
          <p:cxnSp>
            <p:nvCxnSpPr>
              <p:cNvPr id="670" name="Google Shape;670;p32"/>
              <p:cNvCxnSpPr>
                <a:stCxn id="671" idx="0"/>
                <a:endCxn id="672" idx="3"/>
              </p:cNvCxnSpPr>
              <p:nvPr/>
            </p:nvCxnSpPr>
            <p:spPr>
              <a:xfrm rot="10800000" flipH="1">
                <a:off x="7010400" y="4487013"/>
                <a:ext cx="381000" cy="921600"/>
              </a:xfrm>
              <a:prstGeom prst="bentConnector3">
                <a:avLst>
                  <a:gd name="adj1" fmla="val -224401"/>
                </a:avLst>
              </a:prstGeom>
              <a:noFill/>
              <a:ln w="9525" cap="flat" cmpd="sng">
                <a:solidFill>
                  <a:srgbClr val="000000"/>
                </a:solidFill>
                <a:prstDash val="solid"/>
                <a:round/>
                <a:headEnd type="none" w="sm" len="sm"/>
                <a:tailEnd type="none" w="sm" len="sm"/>
              </a:ln>
            </p:spPr>
          </p:cxnSp>
          <p:cxnSp>
            <p:nvCxnSpPr>
              <p:cNvPr id="673" name="Google Shape;673;p32"/>
              <p:cNvCxnSpPr>
                <a:stCxn id="668" idx="0"/>
                <a:endCxn id="674" idx="3"/>
              </p:cNvCxnSpPr>
              <p:nvPr/>
            </p:nvCxnSpPr>
            <p:spPr>
              <a:xfrm rot="10800000" flipH="1">
                <a:off x="5562600" y="4282475"/>
                <a:ext cx="1828800" cy="600"/>
              </a:xfrm>
              <a:prstGeom prst="straightConnector1">
                <a:avLst/>
              </a:prstGeom>
              <a:noFill/>
              <a:ln w="9525" cap="flat" cmpd="sng">
                <a:solidFill>
                  <a:srgbClr val="000000"/>
                </a:solidFill>
                <a:prstDash val="solid"/>
                <a:round/>
                <a:headEnd type="none" w="sm" len="sm"/>
                <a:tailEnd type="none" w="sm" len="sm"/>
              </a:ln>
            </p:spPr>
          </p:cxnSp>
          <p:cxnSp>
            <p:nvCxnSpPr>
              <p:cNvPr id="675" name="Google Shape;675;p32"/>
              <p:cNvCxnSpPr>
                <a:stCxn id="676" idx="0"/>
                <a:endCxn id="677" idx="3"/>
              </p:cNvCxnSpPr>
              <p:nvPr/>
            </p:nvCxnSpPr>
            <p:spPr>
              <a:xfrm>
                <a:off x="8504238" y="4384675"/>
                <a:ext cx="282900" cy="0"/>
              </a:xfrm>
              <a:prstGeom prst="straightConnector1">
                <a:avLst/>
              </a:prstGeom>
              <a:noFill/>
              <a:ln w="9525" cap="flat" cmpd="sng">
                <a:solidFill>
                  <a:srgbClr val="000000"/>
                </a:solidFill>
                <a:prstDash val="solid"/>
                <a:round/>
                <a:headEnd type="none" w="sm" len="sm"/>
                <a:tailEnd type="none" w="sm" len="sm"/>
              </a:ln>
            </p:spPr>
          </p:cxnSp>
          <p:grpSp>
            <p:nvGrpSpPr>
              <p:cNvPr id="678" name="Google Shape;678;p32"/>
              <p:cNvGrpSpPr/>
              <p:nvPr/>
            </p:nvGrpSpPr>
            <p:grpSpPr>
              <a:xfrm>
                <a:off x="4448156" y="3975100"/>
                <a:ext cx="1114445" cy="614363"/>
                <a:chOff x="3800456" y="4076700"/>
                <a:chExt cx="1114445" cy="614363"/>
              </a:xfrm>
            </p:grpSpPr>
            <p:sp>
              <p:nvSpPr>
                <p:cNvPr id="679" name="Google Shape;679;p32"/>
                <p:cNvSpPr/>
                <p:nvPr/>
              </p:nvSpPr>
              <p:spPr>
                <a:xfrm>
                  <a:off x="3800475" y="4076700"/>
                  <a:ext cx="1114425" cy="614363"/>
                </a:xfrm>
                <a:prstGeom prst="rect">
                  <a:avLst/>
                </a:prstGeom>
                <a:solidFill>
                  <a:srgbClr val="EEB10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Verdana"/>
                    <a:buNone/>
                  </a:pPr>
                  <a:r>
                    <a:rPr lang="en-US" sz="1050" b="1" i="0" u="none" strike="noStrike" cap="none">
                      <a:solidFill>
                        <a:srgbClr val="FFFFFF"/>
                      </a:solidFill>
                      <a:latin typeface="Verdana"/>
                      <a:ea typeface="Verdana"/>
                      <a:cs typeface="Verdana"/>
                      <a:sym typeface="Verdana"/>
                    </a:rPr>
                    <a:t>A</a:t>
                  </a:r>
                  <a:endParaRPr/>
                </a:p>
              </p:txBody>
            </p:sp>
            <p:sp>
              <p:nvSpPr>
                <p:cNvPr id="666" name="Google Shape;666;p32"/>
                <p:cNvSpPr/>
                <p:nvPr/>
              </p:nvSpPr>
              <p:spPr>
                <a:xfrm rot="5400000">
                  <a:off x="3801269" y="4358481"/>
                  <a:ext cx="50800" cy="52388"/>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2"/>
                <p:cNvSpPr txBox="1"/>
                <p:nvPr/>
              </p:nvSpPr>
              <p:spPr>
                <a:xfrm>
                  <a:off x="3800456" y="4371969"/>
                  <a:ext cx="26194"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sp>
              <p:nvSpPr>
                <p:cNvPr id="668" name="Google Shape;668;p32"/>
                <p:cNvSpPr/>
                <p:nvPr/>
              </p:nvSpPr>
              <p:spPr>
                <a:xfrm rot="5400000">
                  <a:off x="4862513" y="4357687"/>
                  <a:ext cx="50800" cy="53975"/>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2"/>
                <p:cNvSpPr txBox="1"/>
                <p:nvPr/>
              </p:nvSpPr>
              <p:spPr>
                <a:xfrm>
                  <a:off x="4860913" y="4371963"/>
                  <a:ext cx="26987"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grpSp>
          <p:grpSp>
            <p:nvGrpSpPr>
              <p:cNvPr id="682" name="Google Shape;682;p32"/>
              <p:cNvGrpSpPr/>
              <p:nvPr/>
            </p:nvGrpSpPr>
            <p:grpSpPr>
              <a:xfrm>
                <a:off x="5884862" y="5075238"/>
                <a:ext cx="1125538" cy="614362"/>
                <a:chOff x="5486400" y="5075238"/>
                <a:chExt cx="1125538" cy="614362"/>
              </a:xfrm>
            </p:grpSpPr>
            <p:sp>
              <p:nvSpPr>
                <p:cNvPr id="683" name="Google Shape;683;p32"/>
                <p:cNvSpPr/>
                <p:nvPr/>
              </p:nvSpPr>
              <p:spPr>
                <a:xfrm>
                  <a:off x="5486400" y="5075238"/>
                  <a:ext cx="1114425" cy="614362"/>
                </a:xfrm>
                <a:prstGeom prst="rect">
                  <a:avLst/>
                </a:prstGeom>
                <a:solidFill>
                  <a:srgbClr val="EEB10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Verdana"/>
                    <a:buNone/>
                  </a:pPr>
                  <a:r>
                    <a:rPr lang="en-US" sz="1050" b="1" i="0" u="none" strike="noStrike" cap="none">
                      <a:solidFill>
                        <a:srgbClr val="FFFFFF"/>
                      </a:solidFill>
                      <a:latin typeface="Verdana"/>
                      <a:ea typeface="Verdana"/>
                      <a:cs typeface="Verdana"/>
                      <a:sym typeface="Verdana"/>
                    </a:rPr>
                    <a:t>B</a:t>
                  </a:r>
                  <a:endParaRPr/>
                </a:p>
              </p:txBody>
            </p:sp>
            <p:sp>
              <p:nvSpPr>
                <p:cNvPr id="669" name="Google Shape;669;p32"/>
                <p:cNvSpPr/>
                <p:nvPr/>
              </p:nvSpPr>
              <p:spPr>
                <a:xfrm rot="5400000">
                  <a:off x="5498307" y="5382419"/>
                  <a:ext cx="50800" cy="52387"/>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2"/>
                <p:cNvSpPr txBox="1"/>
                <p:nvPr/>
              </p:nvSpPr>
              <p:spPr>
                <a:xfrm>
                  <a:off x="5497507" y="5395893"/>
                  <a:ext cx="26194"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sp>
              <p:nvSpPr>
                <p:cNvPr id="671" name="Google Shape;671;p32"/>
                <p:cNvSpPr/>
                <p:nvPr/>
              </p:nvSpPr>
              <p:spPr>
                <a:xfrm rot="5400000">
                  <a:off x="6559551" y="5381625"/>
                  <a:ext cx="50800" cy="53975"/>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txBox="1"/>
                <p:nvPr/>
              </p:nvSpPr>
              <p:spPr>
                <a:xfrm>
                  <a:off x="6557963" y="5395913"/>
                  <a:ext cx="26987"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grpSp>
          <p:grpSp>
            <p:nvGrpSpPr>
              <p:cNvPr id="686" name="Google Shape;686;p32"/>
              <p:cNvGrpSpPr/>
              <p:nvPr/>
            </p:nvGrpSpPr>
            <p:grpSpPr>
              <a:xfrm>
                <a:off x="7391399" y="4051300"/>
                <a:ext cx="1112839" cy="614363"/>
                <a:chOff x="7248524" y="4051300"/>
                <a:chExt cx="1112839" cy="614363"/>
              </a:xfrm>
            </p:grpSpPr>
            <p:sp>
              <p:nvSpPr>
                <p:cNvPr id="687" name="Google Shape;687;p32"/>
                <p:cNvSpPr/>
                <p:nvPr/>
              </p:nvSpPr>
              <p:spPr>
                <a:xfrm>
                  <a:off x="7248525" y="4051300"/>
                  <a:ext cx="1112838" cy="614363"/>
                </a:xfrm>
                <a:prstGeom prst="rect">
                  <a:avLst/>
                </a:prstGeom>
                <a:solidFill>
                  <a:srgbClr val="EEB10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Verdana"/>
                    <a:buNone/>
                  </a:pPr>
                  <a:r>
                    <a:rPr lang="en-US" sz="1050" b="1" i="0" u="none" strike="noStrike" cap="none">
                      <a:solidFill>
                        <a:srgbClr val="FFFFFF"/>
                      </a:solidFill>
                      <a:latin typeface="Verdana"/>
                      <a:ea typeface="Verdana"/>
                      <a:cs typeface="Verdana"/>
                      <a:sym typeface="Verdana"/>
                    </a:rPr>
                    <a:t>C</a:t>
                  </a:r>
                  <a:endParaRPr/>
                </a:p>
              </p:txBody>
            </p:sp>
            <p:sp>
              <p:nvSpPr>
                <p:cNvPr id="672" name="Google Shape;672;p32"/>
                <p:cNvSpPr/>
                <p:nvPr/>
              </p:nvSpPr>
              <p:spPr>
                <a:xfrm rot="5400000">
                  <a:off x="7248525" y="4460875"/>
                  <a:ext cx="52388" cy="52388"/>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2"/>
                <p:cNvSpPr txBox="1"/>
                <p:nvPr/>
              </p:nvSpPr>
              <p:spPr>
                <a:xfrm>
                  <a:off x="7248525" y="4473972"/>
                  <a:ext cx="26194" cy="2619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sp>
              <p:nvSpPr>
                <p:cNvPr id="674" name="Google Shape;674;p32"/>
                <p:cNvSpPr/>
                <p:nvPr/>
              </p:nvSpPr>
              <p:spPr>
                <a:xfrm rot="5400000">
                  <a:off x="7248525" y="4256088"/>
                  <a:ext cx="52387" cy="52388"/>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2"/>
                <p:cNvSpPr txBox="1"/>
                <p:nvPr/>
              </p:nvSpPr>
              <p:spPr>
                <a:xfrm>
                  <a:off x="7248524" y="4269172"/>
                  <a:ext cx="26194" cy="2619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sp>
              <p:nvSpPr>
                <p:cNvPr id="676" name="Google Shape;676;p32"/>
                <p:cNvSpPr/>
                <p:nvPr/>
              </p:nvSpPr>
              <p:spPr>
                <a:xfrm rot="5400000">
                  <a:off x="8309769" y="4358481"/>
                  <a:ext cx="50800" cy="52388"/>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txBox="1"/>
                <p:nvPr/>
              </p:nvSpPr>
              <p:spPr>
                <a:xfrm>
                  <a:off x="8308956" y="4371969"/>
                  <a:ext cx="26194"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grpSp>
          <p:sp>
            <p:nvSpPr>
              <p:cNvPr id="677" name="Google Shape;677;p32"/>
              <p:cNvSpPr/>
              <p:nvPr/>
            </p:nvSpPr>
            <p:spPr>
              <a:xfrm rot="5400000">
                <a:off x="8787607" y="4358481"/>
                <a:ext cx="50800" cy="52387"/>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p:cNvSpPr txBox="1"/>
              <p:nvPr/>
            </p:nvSpPr>
            <p:spPr>
              <a:xfrm>
                <a:off x="8786806" y="4371968"/>
                <a:ext cx="26194"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sp>
            <p:nvSpPr>
              <p:cNvPr id="692" name="Google Shape;692;p32"/>
              <p:cNvSpPr txBox="1"/>
              <p:nvPr/>
            </p:nvSpPr>
            <p:spPr>
              <a:xfrm>
                <a:off x="4227513" y="4572000"/>
                <a:ext cx="1639889" cy="33353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Assumption: Input &lt; 20</a:t>
                </a:r>
                <a:endParaRPr/>
              </a:p>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Guarantee: Output &lt; 2*Input</a:t>
                </a:r>
                <a:endParaRPr/>
              </a:p>
            </p:txBody>
          </p:sp>
          <p:sp>
            <p:nvSpPr>
              <p:cNvPr id="693" name="Google Shape;693;p32"/>
              <p:cNvSpPr txBox="1"/>
              <p:nvPr/>
            </p:nvSpPr>
            <p:spPr>
              <a:xfrm>
                <a:off x="5724524" y="5654675"/>
                <a:ext cx="1743075" cy="33353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Assumption: Input &lt; 20</a:t>
                </a:r>
                <a:endParaRPr/>
              </a:p>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Guarantee: Output &lt; Input + 15</a:t>
                </a:r>
                <a:endParaRPr/>
              </a:p>
            </p:txBody>
          </p:sp>
          <p:sp>
            <p:nvSpPr>
              <p:cNvPr id="694" name="Google Shape;694;p32"/>
              <p:cNvSpPr txBox="1"/>
              <p:nvPr/>
            </p:nvSpPr>
            <p:spPr>
              <a:xfrm>
                <a:off x="7300912" y="4648200"/>
                <a:ext cx="1538287" cy="33353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Assumption: none</a:t>
                </a:r>
                <a:endParaRPr/>
              </a:p>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Guarantee: Output = Input1 + Input2</a:t>
                </a:r>
                <a:endParaRPr/>
              </a:p>
            </p:txBody>
          </p:sp>
          <p:sp>
            <p:nvSpPr>
              <p:cNvPr id="695" name="Google Shape;695;p32"/>
              <p:cNvSpPr txBox="1"/>
              <p:nvPr/>
            </p:nvSpPr>
            <p:spPr>
              <a:xfrm>
                <a:off x="7443790" y="5650467"/>
                <a:ext cx="1395411" cy="333536"/>
              </a:xfrm>
              <a:prstGeom prst="rect">
                <a:avLst/>
              </a:prstGeom>
              <a:noFill/>
              <a:ln w="19050"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Assumption: Input &lt; 10</a:t>
                </a:r>
                <a:endParaRPr/>
              </a:p>
              <a:p>
                <a:pPr marL="0" marR="0" lvl="0" indent="0" algn="l" rtl="0">
                  <a:lnSpc>
                    <a:spcPct val="100000"/>
                  </a:lnSpc>
                  <a:spcBef>
                    <a:spcPts val="0"/>
                  </a:spcBef>
                  <a:spcAft>
                    <a:spcPts val="0"/>
                  </a:spcAft>
                  <a:buClr>
                    <a:srgbClr val="000000"/>
                  </a:buClr>
                  <a:buSzPts val="300"/>
                  <a:buFont typeface="Calibri"/>
                  <a:buNone/>
                </a:pPr>
                <a:r>
                  <a:rPr lang="en-US" sz="300" b="0" i="0" u="none" strike="noStrike" cap="none">
                    <a:solidFill>
                      <a:srgbClr val="000000"/>
                    </a:solidFill>
                    <a:latin typeface="Calibri"/>
                    <a:ea typeface="Calibri"/>
                    <a:cs typeface="Calibri"/>
                    <a:sym typeface="Calibri"/>
                  </a:rPr>
                  <a:t>Guarantee: Output &lt; 50</a:t>
                </a:r>
                <a:endParaRPr/>
              </a:p>
            </p:txBody>
          </p:sp>
          <p:sp>
            <p:nvSpPr>
              <p:cNvPr id="665" name="Google Shape;665;p32"/>
              <p:cNvSpPr/>
              <p:nvPr/>
            </p:nvSpPr>
            <p:spPr>
              <a:xfrm rot="5400000">
                <a:off x="4039394" y="4253706"/>
                <a:ext cx="50800" cy="52388"/>
              </a:xfrm>
              <a:prstGeom prst="triangle">
                <a:avLst>
                  <a:gd name="adj" fmla="val 50000"/>
                </a:avLst>
              </a:prstGeom>
              <a:solidFill>
                <a:srgbClr val="000000"/>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2"/>
              <p:cNvSpPr txBox="1"/>
              <p:nvPr/>
            </p:nvSpPr>
            <p:spPr>
              <a:xfrm>
                <a:off x="4038581" y="4267194"/>
                <a:ext cx="26194" cy="25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00"/>
                  <a:buFont typeface="Arial"/>
                  <a:buNone/>
                </a:pPr>
                <a:endParaRPr sz="1000" b="0" i="0" u="none" strike="noStrike" cap="none">
                  <a:solidFill>
                    <a:srgbClr val="F8F8F8"/>
                  </a:solidFill>
                  <a:latin typeface="Verdana"/>
                  <a:ea typeface="Verdana"/>
                  <a:cs typeface="Verdana"/>
                  <a:sym typeface="Verdana"/>
                </a:endParaRPr>
              </a:p>
            </p:txBody>
          </p:sp>
        </p:grpSp>
        <p:sp>
          <p:nvSpPr>
            <p:cNvPr id="697" name="Google Shape;697;p32"/>
            <p:cNvSpPr txBox="1"/>
            <p:nvPr/>
          </p:nvSpPr>
          <p:spPr>
            <a:xfrm>
              <a:off x="6019800" y="4126468"/>
              <a:ext cx="2619628"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Verdana"/>
                <a:buNone/>
              </a:pPr>
              <a:r>
                <a:rPr lang="en-US" sz="1800" b="0" i="0" u="none" strike="noStrike" cap="none">
                  <a:solidFill>
                    <a:srgbClr val="000000"/>
                  </a:solidFill>
                  <a:latin typeface="Verdana"/>
                  <a:ea typeface="Verdana"/>
                  <a:cs typeface="Verdana"/>
                  <a:sym typeface="Verdana"/>
                </a:rPr>
                <a:t>Architecture Analysis</a:t>
              </a:r>
              <a:endParaRPr/>
            </a:p>
          </p:txBody>
        </p:sp>
        <p:pic>
          <p:nvPicPr>
            <p:cNvPr id="698" name="Google Shape;698;p32" descr="C:\Users\ddcofer\Documents\Projects\hacms\svn_smaccm\meetings\2013-July-PI-meeting\slides\Rockwell\resolute_screen_shots\verbose_graph.png"/>
            <p:cNvPicPr preferRelativeResize="0"/>
            <p:nvPr/>
          </p:nvPicPr>
          <p:blipFill rotWithShape="1">
            <a:blip r:embed="rId5">
              <a:alphaModFix/>
            </a:blip>
            <a:srcRect/>
            <a:stretch/>
          </p:blipFill>
          <p:spPr>
            <a:xfrm>
              <a:off x="5035675" y="5090293"/>
              <a:ext cx="1796847" cy="1313945"/>
            </a:xfrm>
            <a:prstGeom prst="rect">
              <a:avLst/>
            </a:prstGeom>
            <a:noFill/>
            <a:ln>
              <a:noFill/>
            </a:ln>
          </p:spPr>
        </p:pic>
      </p:grpSp>
      <p:grpSp>
        <p:nvGrpSpPr>
          <p:cNvPr id="699" name="Google Shape;699;p32"/>
          <p:cNvGrpSpPr/>
          <p:nvPr/>
        </p:nvGrpSpPr>
        <p:grpSpPr>
          <a:xfrm>
            <a:off x="306132" y="1752600"/>
            <a:ext cx="2624822" cy="4304874"/>
            <a:chOff x="306132" y="1752600"/>
            <a:chExt cx="2624822" cy="4304874"/>
          </a:xfrm>
        </p:grpSpPr>
        <p:grpSp>
          <p:nvGrpSpPr>
            <p:cNvPr id="700" name="Google Shape;700;p32"/>
            <p:cNvGrpSpPr/>
            <p:nvPr/>
          </p:nvGrpSpPr>
          <p:grpSpPr>
            <a:xfrm>
              <a:off x="457200" y="1752600"/>
              <a:ext cx="2473754" cy="2895601"/>
              <a:chOff x="457200" y="1752600"/>
              <a:chExt cx="2473754" cy="2895601"/>
            </a:xfrm>
          </p:grpSpPr>
          <p:pic>
            <p:nvPicPr>
              <p:cNvPr id="701" name="Google Shape;701;p32" descr="https://encrypted-tbn0.gstatic.com/images?q=tbn:ANd9GcQyR5lXe_e8Fx9HyDitWCJgBJAjBpV0KbUBCI4CfK9l44Rg0zil"/>
              <p:cNvPicPr preferRelativeResize="0"/>
              <p:nvPr/>
            </p:nvPicPr>
            <p:blipFill rotWithShape="1">
              <a:blip r:embed="rId6">
                <a:alphaModFix/>
              </a:blip>
              <a:srcRect/>
              <a:stretch/>
            </p:blipFill>
            <p:spPr>
              <a:xfrm>
                <a:off x="838200" y="4267200"/>
                <a:ext cx="1476375" cy="381001"/>
              </a:xfrm>
              <a:prstGeom prst="rect">
                <a:avLst/>
              </a:prstGeom>
              <a:noFill/>
              <a:ln>
                <a:noFill/>
              </a:ln>
            </p:spPr>
          </p:pic>
          <p:sp>
            <p:nvSpPr>
              <p:cNvPr id="702" name="Google Shape;702;p32"/>
              <p:cNvSpPr txBox="1"/>
              <p:nvPr/>
            </p:nvSpPr>
            <p:spPr>
              <a:xfrm>
                <a:off x="457200" y="3810000"/>
                <a:ext cx="2473754"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Verdana"/>
                  <a:buNone/>
                </a:pPr>
                <a:r>
                  <a:rPr lang="en-US" sz="1800" b="0" i="0" u="none" strike="noStrike" cap="none">
                    <a:solidFill>
                      <a:srgbClr val="000000"/>
                    </a:solidFill>
                    <a:latin typeface="Verdana"/>
                    <a:ea typeface="Verdana"/>
                    <a:cs typeface="Verdana"/>
                    <a:sym typeface="Verdana"/>
                  </a:rPr>
                  <a:t>Architecture Models</a:t>
                </a:r>
                <a:endParaRPr/>
              </a:p>
            </p:txBody>
          </p:sp>
          <p:grpSp>
            <p:nvGrpSpPr>
              <p:cNvPr id="703" name="Google Shape;703;p32"/>
              <p:cNvGrpSpPr/>
              <p:nvPr/>
            </p:nvGrpSpPr>
            <p:grpSpPr>
              <a:xfrm>
                <a:off x="1469873" y="1752600"/>
                <a:ext cx="1112138" cy="533400"/>
                <a:chOff x="1129973" y="1950482"/>
                <a:chExt cx="1112138" cy="533400"/>
              </a:xfrm>
            </p:grpSpPr>
            <p:grpSp>
              <p:nvGrpSpPr>
                <p:cNvPr id="704" name="Google Shape;704;p32"/>
                <p:cNvGrpSpPr/>
                <p:nvPr/>
              </p:nvGrpSpPr>
              <p:grpSpPr>
                <a:xfrm flipH="1">
                  <a:off x="1129973" y="1950482"/>
                  <a:ext cx="1112138" cy="533400"/>
                  <a:chOff x="6639029" y="1295400"/>
                  <a:chExt cx="1112138" cy="533400"/>
                </a:xfrm>
              </p:grpSpPr>
              <p:sp>
                <p:nvSpPr>
                  <p:cNvPr id="705" name="Google Shape;705;p32"/>
                  <p:cNvSpPr/>
                  <p:nvPr/>
                </p:nvSpPr>
                <p:spPr>
                  <a:xfrm>
                    <a:off x="6783673" y="1295400"/>
                    <a:ext cx="737505" cy="5334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8F8F8"/>
                      </a:solidFill>
                      <a:latin typeface="Verdana"/>
                      <a:ea typeface="Verdana"/>
                      <a:cs typeface="Verdana"/>
                      <a:sym typeface="Verdana"/>
                    </a:endParaRPr>
                  </a:p>
                </p:txBody>
              </p:sp>
              <p:sp>
                <p:nvSpPr>
                  <p:cNvPr id="706" name="Google Shape;706;p32"/>
                  <p:cNvSpPr/>
                  <p:nvPr/>
                </p:nvSpPr>
                <p:spPr>
                  <a:xfrm>
                    <a:off x="7239000" y="1295400"/>
                    <a:ext cx="512167" cy="533400"/>
                  </a:xfrm>
                  <a:prstGeom prst="ellipse">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07" name="Google Shape;707;p32"/>
                  <p:cNvSpPr/>
                  <p:nvPr/>
                </p:nvSpPr>
                <p:spPr>
                  <a:xfrm>
                    <a:off x="6640902" y="13716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08" name="Google Shape;708;p32"/>
                  <p:cNvSpPr/>
                  <p:nvPr/>
                </p:nvSpPr>
                <p:spPr>
                  <a:xfrm>
                    <a:off x="6639029" y="16764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sp>
              <p:nvSpPr>
                <p:cNvPr id="709" name="Google Shape;709;p32"/>
                <p:cNvSpPr txBox="1"/>
                <p:nvPr/>
              </p:nvSpPr>
              <p:spPr>
                <a:xfrm>
                  <a:off x="1245236" y="2017157"/>
                  <a:ext cx="86357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1" i="0" u="none" strike="noStrike" cap="none">
                      <a:solidFill>
                        <a:srgbClr val="000000"/>
                      </a:solidFill>
                      <a:latin typeface="Calibri"/>
                      <a:ea typeface="Calibri"/>
                      <a:cs typeface="Calibri"/>
                      <a:sym typeface="Calibri"/>
                    </a:rPr>
                    <a:t>OSATE</a:t>
                  </a:r>
                  <a:endParaRPr sz="2400" b="1" i="0" u="none" strike="noStrike" cap="none">
                    <a:solidFill>
                      <a:srgbClr val="000000"/>
                    </a:solidFill>
                    <a:latin typeface="Calibri"/>
                    <a:ea typeface="Calibri"/>
                    <a:cs typeface="Calibri"/>
                    <a:sym typeface="Calibri"/>
                  </a:endParaRPr>
                </a:p>
              </p:txBody>
            </p:sp>
          </p:grpSp>
          <p:sp>
            <p:nvSpPr>
              <p:cNvPr id="710" name="Google Shape;710;p32"/>
              <p:cNvSpPr/>
              <p:nvPr/>
            </p:nvSpPr>
            <p:spPr>
              <a:xfrm>
                <a:off x="1143000" y="2032517"/>
                <a:ext cx="403073" cy="1739384"/>
              </a:xfrm>
              <a:custGeom>
                <a:avLst/>
                <a:gdLst/>
                <a:ahLst/>
                <a:cxnLst/>
                <a:rect l="l" t="t" r="r" b="b"/>
                <a:pathLst>
                  <a:path w="403073" h="1171575" extrusionOk="0">
                    <a:moveTo>
                      <a:pt x="390525" y="0"/>
                    </a:moveTo>
                    <a:cubicBezTo>
                      <a:pt x="201612" y="23812"/>
                      <a:pt x="0" y="87313"/>
                      <a:pt x="0" y="228600"/>
                    </a:cubicBezTo>
                    <a:cubicBezTo>
                      <a:pt x="0" y="369887"/>
                      <a:pt x="338137" y="693737"/>
                      <a:pt x="390525" y="847725"/>
                    </a:cubicBezTo>
                    <a:cubicBezTo>
                      <a:pt x="442913" y="1001713"/>
                      <a:pt x="314325" y="1152525"/>
                      <a:pt x="314325" y="1152525"/>
                    </a:cubicBezTo>
                    <a:lnTo>
                      <a:pt x="314325" y="1152525"/>
                    </a:lnTo>
                    <a:lnTo>
                      <a:pt x="314325" y="1171575"/>
                    </a:lnTo>
                  </a:path>
                </a:pathLst>
              </a:custGeom>
              <a:noFill/>
              <a:ln w="57150" cap="flat" cmpd="sng">
                <a:solidFill>
                  <a:srgbClr val="ABB4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pic>
          <p:nvPicPr>
            <p:cNvPr id="711" name="Google Shape;711;p32"/>
            <p:cNvPicPr preferRelativeResize="0"/>
            <p:nvPr/>
          </p:nvPicPr>
          <p:blipFill rotWithShape="1">
            <a:blip r:embed="rId7">
              <a:alphaModFix/>
            </a:blip>
            <a:srcRect/>
            <a:stretch/>
          </p:blipFill>
          <p:spPr>
            <a:xfrm>
              <a:off x="306132" y="4807057"/>
              <a:ext cx="2166255" cy="1250417"/>
            </a:xfrm>
            <a:prstGeom prst="rect">
              <a:avLst/>
            </a:prstGeom>
            <a:noFill/>
            <a:ln>
              <a:noFill/>
            </a:ln>
          </p:spPr>
        </p:pic>
      </p:grpSp>
      <p:grpSp>
        <p:nvGrpSpPr>
          <p:cNvPr id="712" name="Google Shape;712;p32"/>
          <p:cNvGrpSpPr/>
          <p:nvPr/>
        </p:nvGrpSpPr>
        <p:grpSpPr>
          <a:xfrm>
            <a:off x="6497183" y="1381125"/>
            <a:ext cx="2099616" cy="2790825"/>
            <a:chOff x="6497183" y="1381125"/>
            <a:chExt cx="2099616" cy="2790825"/>
          </a:xfrm>
        </p:grpSpPr>
        <p:sp>
          <p:nvSpPr>
            <p:cNvPr id="713" name="Google Shape;713;p32"/>
            <p:cNvSpPr/>
            <p:nvPr/>
          </p:nvSpPr>
          <p:spPr>
            <a:xfrm>
              <a:off x="7580508" y="1647825"/>
              <a:ext cx="1016292" cy="2524125"/>
            </a:xfrm>
            <a:custGeom>
              <a:avLst/>
              <a:gdLst/>
              <a:ahLst/>
              <a:cxnLst/>
              <a:rect l="l" t="t" r="r" b="b"/>
              <a:pathLst>
                <a:path w="598001" h="1742848" extrusionOk="0">
                  <a:moveTo>
                    <a:pt x="0" y="0"/>
                  </a:moveTo>
                  <a:cubicBezTo>
                    <a:pt x="265906" y="19050"/>
                    <a:pt x="509394" y="-16858"/>
                    <a:pt x="581025" y="200025"/>
                  </a:cubicBezTo>
                  <a:cubicBezTo>
                    <a:pt x="652656" y="416908"/>
                    <a:pt x="477412" y="1058409"/>
                    <a:pt x="429787" y="1301296"/>
                  </a:cubicBezTo>
                  <a:cubicBezTo>
                    <a:pt x="382162" y="1544184"/>
                    <a:pt x="439602" y="1692842"/>
                    <a:pt x="463415" y="1742848"/>
                  </a:cubicBezTo>
                </a:path>
              </a:pathLst>
            </a:custGeom>
            <a:noFill/>
            <a:ln w="57150" cap="flat" cmpd="sng">
              <a:solidFill>
                <a:srgbClr val="ABB4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nvGrpSpPr>
            <p:cNvPr id="714" name="Google Shape;714;p32"/>
            <p:cNvGrpSpPr/>
            <p:nvPr/>
          </p:nvGrpSpPr>
          <p:grpSpPr>
            <a:xfrm>
              <a:off x="6497183" y="1381125"/>
              <a:ext cx="1503817" cy="533400"/>
              <a:chOff x="6640902" y="1295400"/>
              <a:chExt cx="1503817" cy="533400"/>
            </a:xfrm>
          </p:grpSpPr>
          <p:grpSp>
            <p:nvGrpSpPr>
              <p:cNvPr id="715" name="Google Shape;715;p32"/>
              <p:cNvGrpSpPr/>
              <p:nvPr/>
            </p:nvGrpSpPr>
            <p:grpSpPr>
              <a:xfrm>
                <a:off x="6640902" y="1295400"/>
                <a:ext cx="1503817" cy="533400"/>
                <a:chOff x="6640902" y="1295400"/>
                <a:chExt cx="1503817" cy="533400"/>
              </a:xfrm>
            </p:grpSpPr>
            <p:sp>
              <p:nvSpPr>
                <p:cNvPr id="716" name="Google Shape;716;p32"/>
                <p:cNvSpPr/>
                <p:nvPr/>
              </p:nvSpPr>
              <p:spPr>
                <a:xfrm>
                  <a:off x="6783673" y="1295400"/>
                  <a:ext cx="1095567" cy="5334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17" name="Google Shape;717;p32"/>
                <p:cNvSpPr/>
                <p:nvPr/>
              </p:nvSpPr>
              <p:spPr>
                <a:xfrm>
                  <a:off x="7632552" y="1295400"/>
                  <a:ext cx="512167" cy="533400"/>
                </a:xfrm>
                <a:prstGeom prst="ellipse">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18" name="Google Shape;718;p32"/>
                <p:cNvSpPr/>
                <p:nvPr/>
              </p:nvSpPr>
              <p:spPr>
                <a:xfrm>
                  <a:off x="6640902" y="13716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19" name="Google Shape;719;p32"/>
                <p:cNvSpPr/>
                <p:nvPr/>
              </p:nvSpPr>
              <p:spPr>
                <a:xfrm>
                  <a:off x="6648554" y="16764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sp>
            <p:nvSpPr>
              <p:cNvPr id="720" name="Google Shape;720;p32"/>
              <p:cNvSpPr txBox="1"/>
              <p:nvPr/>
            </p:nvSpPr>
            <p:spPr>
              <a:xfrm>
                <a:off x="6766755" y="1329035"/>
                <a:ext cx="1352875"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Questrial"/>
                  <a:buNone/>
                </a:pPr>
                <a:r>
                  <a:rPr lang="en-US" sz="2400" b="1" i="0" u="none" strike="noStrike" cap="none">
                    <a:solidFill>
                      <a:srgbClr val="000000"/>
                    </a:solidFill>
                    <a:latin typeface="Questrial"/>
                    <a:ea typeface="Questrial"/>
                    <a:cs typeface="Questrial"/>
                    <a:sym typeface="Questrial"/>
                  </a:rPr>
                  <a:t>Resolute</a:t>
                </a:r>
                <a:endParaRPr/>
              </a:p>
            </p:txBody>
          </p:sp>
        </p:grpSp>
      </p:grpSp>
      <p:grpSp>
        <p:nvGrpSpPr>
          <p:cNvPr id="721" name="Google Shape;721;p32"/>
          <p:cNvGrpSpPr/>
          <p:nvPr/>
        </p:nvGrpSpPr>
        <p:grpSpPr>
          <a:xfrm>
            <a:off x="6477000" y="1981200"/>
            <a:ext cx="1807643" cy="2199650"/>
            <a:chOff x="6540793" y="2133600"/>
            <a:chExt cx="1807643" cy="2199650"/>
          </a:xfrm>
        </p:grpSpPr>
        <p:grpSp>
          <p:nvGrpSpPr>
            <p:cNvPr id="722" name="Google Shape;722;p32"/>
            <p:cNvGrpSpPr/>
            <p:nvPr/>
          </p:nvGrpSpPr>
          <p:grpSpPr>
            <a:xfrm>
              <a:off x="6540793" y="2133600"/>
              <a:ext cx="1110265" cy="533400"/>
              <a:chOff x="6640902" y="1295400"/>
              <a:chExt cx="1110265" cy="533400"/>
            </a:xfrm>
          </p:grpSpPr>
          <p:grpSp>
            <p:nvGrpSpPr>
              <p:cNvPr id="723" name="Google Shape;723;p32"/>
              <p:cNvGrpSpPr/>
              <p:nvPr/>
            </p:nvGrpSpPr>
            <p:grpSpPr>
              <a:xfrm>
                <a:off x="6640902" y="1295400"/>
                <a:ext cx="1110265" cy="533400"/>
                <a:chOff x="6640902" y="1295400"/>
                <a:chExt cx="1110265" cy="533400"/>
              </a:xfrm>
            </p:grpSpPr>
            <p:sp>
              <p:nvSpPr>
                <p:cNvPr id="724" name="Google Shape;724;p32"/>
                <p:cNvSpPr/>
                <p:nvPr/>
              </p:nvSpPr>
              <p:spPr>
                <a:xfrm>
                  <a:off x="6783673" y="1295400"/>
                  <a:ext cx="737505" cy="5334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25" name="Google Shape;725;p32"/>
                <p:cNvSpPr/>
                <p:nvPr/>
              </p:nvSpPr>
              <p:spPr>
                <a:xfrm>
                  <a:off x="7239000" y="1295400"/>
                  <a:ext cx="512167" cy="533400"/>
                </a:xfrm>
                <a:prstGeom prst="ellipse">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26" name="Google Shape;726;p32"/>
                <p:cNvSpPr/>
                <p:nvPr/>
              </p:nvSpPr>
              <p:spPr>
                <a:xfrm>
                  <a:off x="6640902" y="13716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27" name="Google Shape;727;p32"/>
                <p:cNvSpPr/>
                <p:nvPr/>
              </p:nvSpPr>
              <p:spPr>
                <a:xfrm>
                  <a:off x="6648554" y="16764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sp>
            <p:nvSpPr>
              <p:cNvPr id="728" name="Google Shape;728;p32"/>
              <p:cNvSpPr txBox="1"/>
              <p:nvPr/>
            </p:nvSpPr>
            <p:spPr>
              <a:xfrm>
                <a:off x="6766755" y="1371600"/>
                <a:ext cx="925253"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a:solidFill>
                      <a:srgbClr val="000000"/>
                    </a:solidFill>
                    <a:latin typeface="Century Gothic"/>
                    <a:ea typeface="Century Gothic"/>
                    <a:cs typeface="Century Gothic"/>
                    <a:sym typeface="Century Gothic"/>
                  </a:rPr>
                  <a:t>AGREE</a:t>
                </a:r>
                <a:endParaRPr sz="2000" b="1" i="0" u="none" strike="noStrike" cap="none">
                  <a:solidFill>
                    <a:srgbClr val="000000"/>
                  </a:solidFill>
                  <a:latin typeface="Century Gothic"/>
                  <a:ea typeface="Century Gothic"/>
                  <a:cs typeface="Century Gothic"/>
                  <a:sym typeface="Century Gothic"/>
                </a:endParaRPr>
              </a:p>
            </p:txBody>
          </p:sp>
        </p:grpSp>
        <p:sp>
          <p:nvSpPr>
            <p:cNvPr id="729" name="Google Shape;729;p32"/>
            <p:cNvSpPr/>
            <p:nvPr/>
          </p:nvSpPr>
          <p:spPr>
            <a:xfrm>
              <a:off x="7589076" y="2400299"/>
              <a:ext cx="759361" cy="1932951"/>
            </a:xfrm>
            <a:custGeom>
              <a:avLst/>
              <a:gdLst/>
              <a:ahLst/>
              <a:cxnLst/>
              <a:rect l="l" t="t" r="r" b="b"/>
              <a:pathLst>
                <a:path w="605563" h="1799205" extrusionOk="0">
                  <a:moveTo>
                    <a:pt x="0" y="0"/>
                  </a:moveTo>
                  <a:cubicBezTo>
                    <a:pt x="265906" y="19050"/>
                    <a:pt x="501429" y="-14617"/>
                    <a:pt x="581025" y="200025"/>
                  </a:cubicBezTo>
                  <a:cubicBezTo>
                    <a:pt x="660621" y="414667"/>
                    <a:pt x="525201" y="1044965"/>
                    <a:pt x="477576" y="1287852"/>
                  </a:cubicBezTo>
                  <a:cubicBezTo>
                    <a:pt x="429951" y="1530740"/>
                    <a:pt x="506933" y="1749199"/>
                    <a:pt x="530746" y="1799205"/>
                  </a:cubicBezTo>
                </a:path>
              </a:pathLst>
            </a:custGeom>
            <a:noFill/>
            <a:ln w="57150" cap="flat" cmpd="sng">
              <a:solidFill>
                <a:srgbClr val="ABB4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grpSp>
        <p:nvGrpSpPr>
          <p:cNvPr id="730" name="Google Shape;730;p32"/>
          <p:cNvGrpSpPr/>
          <p:nvPr/>
        </p:nvGrpSpPr>
        <p:grpSpPr>
          <a:xfrm>
            <a:off x="6477000" y="2590800"/>
            <a:ext cx="1504101" cy="1590675"/>
            <a:chOff x="6387559" y="2933700"/>
            <a:chExt cx="1504101" cy="1590675"/>
          </a:xfrm>
        </p:grpSpPr>
        <p:grpSp>
          <p:nvGrpSpPr>
            <p:cNvPr id="731" name="Google Shape;731;p32"/>
            <p:cNvGrpSpPr/>
            <p:nvPr/>
          </p:nvGrpSpPr>
          <p:grpSpPr>
            <a:xfrm>
              <a:off x="6387559" y="2933700"/>
              <a:ext cx="1110265" cy="533400"/>
              <a:chOff x="6640902" y="1295400"/>
              <a:chExt cx="1110265" cy="533400"/>
            </a:xfrm>
          </p:grpSpPr>
          <p:sp>
            <p:nvSpPr>
              <p:cNvPr id="732" name="Google Shape;732;p32"/>
              <p:cNvSpPr/>
              <p:nvPr/>
            </p:nvSpPr>
            <p:spPr>
              <a:xfrm>
                <a:off x="7239000" y="1295400"/>
                <a:ext cx="512167" cy="533400"/>
              </a:xfrm>
              <a:prstGeom prst="ellipse">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33" name="Google Shape;733;p32"/>
              <p:cNvSpPr/>
              <p:nvPr/>
            </p:nvSpPr>
            <p:spPr>
              <a:xfrm>
                <a:off x="6640902" y="13716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34" name="Google Shape;734;p32"/>
              <p:cNvSpPr/>
              <p:nvPr/>
            </p:nvSpPr>
            <p:spPr>
              <a:xfrm>
                <a:off x="6648554" y="16764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35" name="Google Shape;735;p32"/>
              <p:cNvSpPr/>
              <p:nvPr/>
            </p:nvSpPr>
            <p:spPr>
              <a:xfrm>
                <a:off x="6783673" y="1295400"/>
                <a:ext cx="737505" cy="5334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Black"/>
                  <a:buNone/>
                </a:pPr>
                <a:r>
                  <a:rPr lang="en-US" sz="1800" b="0" i="0" u="none" strike="noStrike" cap="none">
                    <a:solidFill>
                      <a:srgbClr val="000000"/>
                    </a:solidFill>
                    <a:latin typeface="Arial Black"/>
                    <a:ea typeface="Arial Black"/>
                    <a:cs typeface="Arial Black"/>
                    <a:sym typeface="Arial Black"/>
                  </a:rPr>
                  <a:t>SIM</a:t>
                </a:r>
                <a:endParaRPr/>
              </a:p>
            </p:txBody>
          </p:sp>
        </p:grpSp>
        <p:sp>
          <p:nvSpPr>
            <p:cNvPr id="736" name="Google Shape;736;p32"/>
            <p:cNvSpPr/>
            <p:nvPr/>
          </p:nvSpPr>
          <p:spPr>
            <a:xfrm>
              <a:off x="7467017" y="3180070"/>
              <a:ext cx="424643" cy="1344305"/>
            </a:xfrm>
            <a:custGeom>
              <a:avLst/>
              <a:gdLst/>
              <a:ahLst/>
              <a:cxnLst/>
              <a:rect l="l" t="t" r="r" b="b"/>
              <a:pathLst>
                <a:path w="424643" h="1344305" extrusionOk="0">
                  <a:moveTo>
                    <a:pt x="0" y="1280"/>
                  </a:moveTo>
                  <a:cubicBezTo>
                    <a:pt x="157956" y="-4276"/>
                    <a:pt x="352425" y="2868"/>
                    <a:pt x="409575" y="134630"/>
                  </a:cubicBezTo>
                  <a:cubicBezTo>
                    <a:pt x="466725" y="266392"/>
                    <a:pt x="342900" y="669618"/>
                    <a:pt x="342900" y="791855"/>
                  </a:cubicBezTo>
                  <a:cubicBezTo>
                    <a:pt x="342900" y="914092"/>
                    <a:pt x="377825" y="1281599"/>
                    <a:pt x="400050" y="1344305"/>
                  </a:cubicBezTo>
                </a:path>
              </a:pathLst>
            </a:custGeom>
            <a:noFill/>
            <a:ln w="57150" cap="flat" cmpd="sng">
              <a:solidFill>
                <a:srgbClr val="ABB4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sp>
        <p:nvSpPr>
          <p:cNvPr id="737" name="Google Shape;737;p32"/>
          <p:cNvSpPr/>
          <p:nvPr/>
        </p:nvSpPr>
        <p:spPr>
          <a:xfrm>
            <a:off x="6985656" y="5747265"/>
            <a:ext cx="1701144" cy="656973"/>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8F8F8"/>
              </a:buClr>
              <a:buSzPts val="1800"/>
              <a:buFont typeface="Verdana"/>
              <a:buNone/>
            </a:pPr>
            <a:r>
              <a:rPr lang="en-US" sz="1800" b="1" i="0" u="none" strike="noStrike" cap="none">
                <a:solidFill>
                  <a:srgbClr val="F8F8F8"/>
                </a:solidFill>
                <a:latin typeface="Verdana"/>
                <a:ea typeface="Verdana"/>
                <a:cs typeface="Verdana"/>
                <a:sym typeface="Verdana"/>
              </a:rPr>
              <a:t>Kind/JKind</a:t>
            </a:r>
            <a:endParaRPr/>
          </a:p>
          <a:p>
            <a:pPr marL="0" marR="0" lvl="0" indent="0" algn="ctr" rtl="0">
              <a:lnSpc>
                <a:spcPct val="100000"/>
              </a:lnSpc>
              <a:spcBef>
                <a:spcPts val="0"/>
              </a:spcBef>
              <a:spcAft>
                <a:spcPts val="0"/>
              </a:spcAft>
              <a:buClr>
                <a:srgbClr val="F8F8F8"/>
              </a:buClr>
              <a:buSzPts val="1100"/>
              <a:buFont typeface="Verdana"/>
              <a:buNone/>
            </a:pPr>
            <a:r>
              <a:rPr lang="en-US" sz="1100" b="1" i="0" u="none" strike="noStrike" cap="none">
                <a:solidFill>
                  <a:srgbClr val="F8F8F8"/>
                </a:solidFill>
                <a:latin typeface="Verdana"/>
                <a:ea typeface="Verdana"/>
                <a:cs typeface="Verdana"/>
                <a:sym typeface="Verdana"/>
              </a:rPr>
              <a:t>Model Checker</a:t>
            </a:r>
            <a:endParaRPr sz="1800" b="1" i="0" u="none" strike="noStrike" cap="none">
              <a:solidFill>
                <a:srgbClr val="F8F8F8"/>
              </a:solidFill>
              <a:latin typeface="Verdana"/>
              <a:ea typeface="Verdana"/>
              <a:cs typeface="Verdana"/>
              <a:sym typeface="Verdana"/>
            </a:endParaRPr>
          </a:p>
        </p:txBody>
      </p:sp>
      <p:grpSp>
        <p:nvGrpSpPr>
          <p:cNvPr id="738" name="Google Shape;738;p32"/>
          <p:cNvGrpSpPr/>
          <p:nvPr/>
        </p:nvGrpSpPr>
        <p:grpSpPr>
          <a:xfrm>
            <a:off x="6477000" y="3200400"/>
            <a:ext cx="1288220" cy="1000126"/>
            <a:chOff x="6387559" y="2933700"/>
            <a:chExt cx="1288220" cy="1000126"/>
          </a:xfrm>
        </p:grpSpPr>
        <p:grpSp>
          <p:nvGrpSpPr>
            <p:cNvPr id="739" name="Google Shape;739;p32"/>
            <p:cNvGrpSpPr/>
            <p:nvPr/>
          </p:nvGrpSpPr>
          <p:grpSpPr>
            <a:xfrm>
              <a:off x="6387559" y="2933700"/>
              <a:ext cx="1110265" cy="533400"/>
              <a:chOff x="6640902" y="1295400"/>
              <a:chExt cx="1110265" cy="533400"/>
            </a:xfrm>
          </p:grpSpPr>
          <p:sp>
            <p:nvSpPr>
              <p:cNvPr id="740" name="Google Shape;740;p32"/>
              <p:cNvSpPr/>
              <p:nvPr/>
            </p:nvSpPr>
            <p:spPr>
              <a:xfrm>
                <a:off x="7239000" y="1295400"/>
                <a:ext cx="512167" cy="533400"/>
              </a:xfrm>
              <a:prstGeom prst="ellipse">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41" name="Google Shape;741;p32"/>
              <p:cNvSpPr/>
              <p:nvPr/>
            </p:nvSpPr>
            <p:spPr>
              <a:xfrm>
                <a:off x="6640902" y="13716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42" name="Google Shape;742;p32"/>
              <p:cNvSpPr/>
              <p:nvPr/>
            </p:nvSpPr>
            <p:spPr>
              <a:xfrm>
                <a:off x="6648554" y="1676400"/>
                <a:ext cx="142771" cy="762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sp>
            <p:nvSpPr>
              <p:cNvPr id="743" name="Google Shape;743;p32"/>
              <p:cNvSpPr/>
              <p:nvPr/>
            </p:nvSpPr>
            <p:spPr>
              <a:xfrm>
                <a:off x="6783673" y="1295400"/>
                <a:ext cx="737505" cy="533400"/>
              </a:xfrm>
              <a:prstGeom prst="rect">
                <a:avLst/>
              </a:prstGeom>
              <a:solidFill>
                <a:srgbClr val="AFBC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Questrial"/>
                  <a:buNone/>
                </a:pPr>
                <a:r>
                  <a:rPr lang="en-US" sz="2000" b="0" i="0" u="none" strike="noStrike" cap="none">
                    <a:solidFill>
                      <a:srgbClr val="000000"/>
                    </a:solidFill>
                    <a:latin typeface="Questrial"/>
                    <a:ea typeface="Questrial"/>
                    <a:cs typeface="Questrial"/>
                    <a:sym typeface="Questrial"/>
                  </a:rPr>
                  <a:t>TCG</a:t>
                </a:r>
                <a:endParaRPr/>
              </a:p>
            </p:txBody>
          </p:sp>
        </p:grpSp>
        <p:sp>
          <p:nvSpPr>
            <p:cNvPr id="744" name="Google Shape;744;p32"/>
            <p:cNvSpPr/>
            <p:nvPr/>
          </p:nvSpPr>
          <p:spPr>
            <a:xfrm>
              <a:off x="7467017" y="3180964"/>
              <a:ext cx="208762" cy="752862"/>
            </a:xfrm>
            <a:custGeom>
              <a:avLst/>
              <a:gdLst/>
              <a:ahLst/>
              <a:cxnLst/>
              <a:rect l="l" t="t" r="r" b="b"/>
              <a:pathLst>
                <a:path w="262756" h="752862" extrusionOk="0">
                  <a:moveTo>
                    <a:pt x="0" y="387"/>
                  </a:moveTo>
                  <a:cubicBezTo>
                    <a:pt x="157956" y="-5169"/>
                    <a:pt x="226657" y="49600"/>
                    <a:pt x="257175" y="133737"/>
                  </a:cubicBezTo>
                  <a:cubicBezTo>
                    <a:pt x="287693" y="217874"/>
                    <a:pt x="183110" y="382975"/>
                    <a:pt x="183110" y="505212"/>
                  </a:cubicBezTo>
                  <a:cubicBezTo>
                    <a:pt x="183110" y="627449"/>
                    <a:pt x="175008" y="690156"/>
                    <a:pt x="197233" y="752862"/>
                  </a:cubicBezTo>
                </a:path>
              </a:pathLst>
            </a:custGeom>
            <a:noFill/>
            <a:ln w="57150" cap="flat" cmpd="sng">
              <a:solidFill>
                <a:srgbClr val="ABB4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rgbClr val="F8F8F8"/>
                </a:solidFill>
                <a:latin typeface="Verdana"/>
                <a:ea typeface="Verdana"/>
                <a:cs typeface="Verdana"/>
                <a:sym typeface="Verdana"/>
              </a:endParaRPr>
            </a:p>
          </p:txBody>
        </p:sp>
      </p:gr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103" name="TextBox 102"/>
          <p:cNvSpPr txBox="1"/>
          <p:nvPr/>
        </p:nvSpPr>
        <p:spPr>
          <a:xfrm>
            <a:off x="228600" y="6596743"/>
            <a:ext cx="2752677" cy="307777"/>
          </a:xfrm>
          <a:prstGeom prst="rect">
            <a:avLst/>
          </a:prstGeom>
          <a:noFill/>
        </p:spPr>
        <p:txBody>
          <a:bodyPr wrap="none" rtlCol="0">
            <a:spAutoFit/>
          </a:bodyPr>
          <a:lstStyle/>
          <a:p>
            <a:r>
              <a:rPr lang="de-DE" dirty="0" smtClean="0"/>
              <a:t>Adapted from Collins Aerospace</a:t>
            </a:r>
            <a:endParaRPr lang="en-US" dirty="0"/>
          </a:p>
        </p:txBody>
      </p:sp>
    </p:spTree>
  </p:cSld>
  <p:clrMapOvr>
    <a:masterClrMapping/>
  </p:clrMapOvr>
  <p:transition>
    <p:fade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3"/>
          <p:cNvSpPr txBox="1">
            <a:spLocks noGrp="1"/>
          </p:cNvSpPr>
          <p:nvPr>
            <p:ph type="title"/>
          </p:nvPr>
        </p:nvSpPr>
        <p:spPr>
          <a:xfrm>
            <a:off x="0" y="1371600"/>
            <a:ext cx="1905000" cy="1066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WBS AADL Model</a:t>
            </a:r>
            <a:endParaRPr/>
          </a:p>
        </p:txBody>
      </p:sp>
      <p:pic>
        <p:nvPicPr>
          <p:cNvPr id="750" name="Google Shape;750;p33" descr="wbs_aadl.png"/>
          <p:cNvPicPr preferRelativeResize="0">
            <a:picLocks noGrp="1"/>
          </p:cNvPicPr>
          <p:nvPr>
            <p:ph type="body" idx="1"/>
          </p:nvPr>
        </p:nvPicPr>
        <p:blipFill rotWithShape="1">
          <a:blip r:embed="rId3">
            <a:alphaModFix/>
          </a:blip>
          <a:srcRect l="-46366" r="-46365"/>
          <a:stretch/>
        </p:blipFill>
        <p:spPr>
          <a:xfrm>
            <a:off x="-685800" y="609600"/>
            <a:ext cx="10665029" cy="6012491"/>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transition>
    <p:fade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pic>
        <p:nvPicPr>
          <p:cNvPr id="755" name="Google Shape;755;p34" descr="wbs_aadl_bscu.png"/>
          <p:cNvPicPr preferRelativeResize="0"/>
          <p:nvPr/>
        </p:nvPicPr>
        <p:blipFill rotWithShape="1">
          <a:blip r:embed="rId3">
            <a:alphaModFix/>
          </a:blip>
          <a:srcRect/>
          <a:stretch/>
        </p:blipFill>
        <p:spPr>
          <a:xfrm>
            <a:off x="1752600" y="609600"/>
            <a:ext cx="5638799" cy="62484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transition>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pic>
        <p:nvPicPr>
          <p:cNvPr id="760" name="Google Shape;760;p35"/>
          <p:cNvPicPr preferRelativeResize="0"/>
          <p:nvPr/>
        </p:nvPicPr>
        <p:blipFill rotWithShape="1">
          <a:blip r:embed="rId3">
            <a:alphaModFix/>
          </a:blip>
          <a:srcRect r="14866"/>
          <a:stretch/>
        </p:blipFill>
        <p:spPr>
          <a:xfrm>
            <a:off x="4728193" y="4876800"/>
            <a:ext cx="2072657" cy="1752600"/>
          </a:xfrm>
          <a:prstGeom prst="rect">
            <a:avLst/>
          </a:prstGeom>
          <a:noFill/>
          <a:ln w="9525" cap="flat" cmpd="sng">
            <a:solidFill>
              <a:schemeClr val="dk1"/>
            </a:solidFill>
            <a:prstDash val="solid"/>
            <a:miter lim="800000"/>
            <a:headEnd type="none" w="sm" len="sm"/>
            <a:tailEnd type="none" w="sm" len="sm"/>
          </a:ln>
        </p:spPr>
      </p:pic>
      <p:sp>
        <p:nvSpPr>
          <p:cNvPr id="761" name="Google Shape;761;p35"/>
          <p:cNvSpPr txBox="1">
            <a:spLocks noGrp="1"/>
          </p:cNvSpPr>
          <p:nvPr>
            <p:ph type="title"/>
          </p:nvPr>
        </p:nvSpPr>
        <p:spPr>
          <a:xfrm>
            <a:off x="762000" y="609600"/>
            <a:ext cx="7772400" cy="1104899"/>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AGREE:</a:t>
            </a:r>
            <a:br>
              <a:rPr lang="en-US"/>
            </a:br>
            <a:r>
              <a:rPr lang="en-US"/>
              <a:t>Assume Guarantee</a:t>
            </a:r>
            <a:br>
              <a:rPr lang="en-US"/>
            </a:br>
            <a:r>
              <a:rPr lang="en-US"/>
              <a:t>Reasoning Environment</a:t>
            </a:r>
            <a:endParaRPr/>
          </a:p>
        </p:txBody>
      </p:sp>
      <p:sp>
        <p:nvSpPr>
          <p:cNvPr id="762" name="Google Shape;762;p35"/>
          <p:cNvSpPr txBox="1">
            <a:spLocks noGrp="1"/>
          </p:cNvSpPr>
          <p:nvPr>
            <p:ph type="body" idx="1"/>
          </p:nvPr>
        </p:nvSpPr>
        <p:spPr>
          <a:xfrm>
            <a:off x="457200" y="1828800"/>
            <a:ext cx="4419600" cy="4297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a:t>Each component has a contract consisting of assumptions and guarantees</a:t>
            </a:r>
            <a:endParaRPr/>
          </a:p>
          <a:p>
            <a:pPr marL="742950" lvl="1" indent="-285750" algn="l" rtl="0">
              <a:spcBef>
                <a:spcPts val="320"/>
              </a:spcBef>
              <a:spcAft>
                <a:spcPts val="0"/>
              </a:spcAft>
              <a:buClr>
                <a:schemeClr val="dk1"/>
              </a:buClr>
              <a:buSzPts val="1600"/>
              <a:buFont typeface="Verdana"/>
              <a:buChar char="–"/>
            </a:pPr>
            <a:r>
              <a:rPr lang="en-US"/>
              <a:t>Assumptions: Constraints over what a component expects from its environment</a:t>
            </a:r>
            <a:endParaRPr/>
          </a:p>
          <a:p>
            <a:pPr marL="742950" lvl="1" indent="-285750" algn="l" rtl="0">
              <a:spcBef>
                <a:spcPts val="320"/>
              </a:spcBef>
              <a:spcAft>
                <a:spcPts val="0"/>
              </a:spcAft>
              <a:buClr>
                <a:schemeClr val="dk1"/>
              </a:buClr>
              <a:buSzPts val="1600"/>
              <a:buFont typeface="Verdana"/>
              <a:buChar char="–"/>
            </a:pPr>
            <a:r>
              <a:rPr lang="en-US"/>
              <a:t>Guarantees: Constraints over how a component behaves in response to its environment (requirements)</a:t>
            </a:r>
            <a:endParaRPr/>
          </a:p>
          <a:p>
            <a:pPr marL="342900" lvl="0" indent="-342900" algn="l" rtl="0">
              <a:spcBef>
                <a:spcPts val="360"/>
              </a:spcBef>
              <a:spcAft>
                <a:spcPts val="0"/>
              </a:spcAft>
              <a:buClr>
                <a:schemeClr val="dk1"/>
              </a:buClr>
              <a:buSzPts val="1800"/>
              <a:buFont typeface="Verdana"/>
              <a:buChar char="•"/>
            </a:pPr>
            <a:r>
              <a:rPr lang="en-US"/>
              <a:t>The contract of a component abstracts the behavior of its implementation</a:t>
            </a:r>
            <a:endParaRPr/>
          </a:p>
          <a:p>
            <a:pPr marL="342900" lvl="0" indent="-228600" algn="l" rtl="0">
              <a:spcBef>
                <a:spcPts val="360"/>
              </a:spcBef>
              <a:spcAft>
                <a:spcPts val="0"/>
              </a:spcAft>
              <a:buClr>
                <a:schemeClr val="dk1"/>
              </a:buClr>
              <a:buSzPts val="1800"/>
              <a:buFont typeface="Verdana"/>
              <a:buNone/>
            </a:pPr>
            <a:endParaRPr/>
          </a:p>
          <a:p>
            <a:pPr marL="342900" lvl="0" indent="-228600" algn="l" rtl="0">
              <a:spcBef>
                <a:spcPts val="360"/>
              </a:spcBef>
              <a:spcAft>
                <a:spcPts val="0"/>
              </a:spcAft>
              <a:buClr>
                <a:schemeClr val="dk1"/>
              </a:buClr>
              <a:buSzPts val="1800"/>
              <a:buFont typeface="Verdana"/>
              <a:buNone/>
            </a:pPr>
            <a:endParaRPr/>
          </a:p>
        </p:txBody>
      </p:sp>
      <p:sp>
        <p:nvSpPr>
          <p:cNvPr id="763" name="Google Shape;763;p35"/>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solidFill>
                  <a:srgbClr val="000000"/>
                </a:solidFill>
              </a:rPr>
              <a:t>16</a:t>
            </a:fld>
            <a:endParaRPr>
              <a:solidFill>
                <a:srgbClr val="000000"/>
              </a:solidFill>
            </a:endParaRPr>
          </a:p>
        </p:txBody>
      </p:sp>
      <p:sp>
        <p:nvSpPr>
          <p:cNvPr id="764" name="Google Shape;764;p35"/>
          <p:cNvSpPr/>
          <p:nvPr/>
        </p:nvSpPr>
        <p:spPr>
          <a:xfrm>
            <a:off x="6019800" y="2432304"/>
            <a:ext cx="2362200" cy="10668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65" name="Google Shape;765;p35"/>
          <p:cNvSpPr/>
          <p:nvPr/>
        </p:nvSpPr>
        <p:spPr>
          <a:xfrm>
            <a:off x="6324600" y="2737104"/>
            <a:ext cx="952500" cy="533400"/>
          </a:xfrm>
          <a:prstGeom prst="flowChartInputOutpu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66" name="Google Shape;766;p35"/>
          <p:cNvSpPr/>
          <p:nvPr/>
        </p:nvSpPr>
        <p:spPr>
          <a:xfrm>
            <a:off x="7200900" y="2737104"/>
            <a:ext cx="952500" cy="533400"/>
          </a:xfrm>
          <a:prstGeom prst="flowChartInputOutpu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67" name="Google Shape;767;p35"/>
          <p:cNvSpPr/>
          <p:nvPr/>
        </p:nvSpPr>
        <p:spPr>
          <a:xfrm>
            <a:off x="6172200" y="3733800"/>
            <a:ext cx="1905000" cy="768096"/>
          </a:xfrm>
          <a:prstGeom prst="flowChartInputOutpu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68" name="Google Shape;768;p35"/>
          <p:cNvSpPr/>
          <p:nvPr/>
        </p:nvSpPr>
        <p:spPr>
          <a:xfrm>
            <a:off x="6362700" y="3962400"/>
            <a:ext cx="723900" cy="304800"/>
          </a:xfrm>
          <a:prstGeom prst="flowChartInputOutput">
            <a:avLst/>
          </a:prstGeom>
          <a:solidFill>
            <a:schemeClr val="lt1"/>
          </a:solidFill>
          <a:ln w="25400" cap="flat" cmpd="sng">
            <a:solidFill>
              <a:schemeClr val="dk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69" name="Google Shape;769;p35"/>
          <p:cNvSpPr/>
          <p:nvPr/>
        </p:nvSpPr>
        <p:spPr>
          <a:xfrm>
            <a:off x="7086600" y="3962400"/>
            <a:ext cx="723900" cy="304800"/>
          </a:xfrm>
          <a:prstGeom prst="flowChartInputOutput">
            <a:avLst/>
          </a:prstGeom>
          <a:solidFill>
            <a:schemeClr val="lt1"/>
          </a:solidFill>
          <a:ln w="25400" cap="flat" cmpd="sng">
            <a:solidFill>
              <a:schemeClr val="dk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pic>
        <p:nvPicPr>
          <p:cNvPr id="770" name="Google Shape;770;p35"/>
          <p:cNvPicPr preferRelativeResize="0"/>
          <p:nvPr/>
        </p:nvPicPr>
        <p:blipFill rotWithShape="1">
          <a:blip r:embed="rId4">
            <a:alphaModFix/>
          </a:blip>
          <a:srcRect l="18155" t="3514" r="8139" b="15358"/>
          <a:stretch/>
        </p:blipFill>
        <p:spPr>
          <a:xfrm>
            <a:off x="6972000" y="4800600"/>
            <a:ext cx="2019600" cy="1885950"/>
          </a:xfrm>
          <a:prstGeom prst="rect">
            <a:avLst/>
          </a:prstGeom>
          <a:noFill/>
          <a:ln>
            <a:noFill/>
          </a:ln>
        </p:spPr>
      </p:pic>
      <p:sp>
        <p:nvSpPr>
          <p:cNvPr id="771" name="Google Shape;771;p35"/>
          <p:cNvSpPr/>
          <p:nvPr/>
        </p:nvSpPr>
        <p:spPr>
          <a:xfrm>
            <a:off x="5945495" y="609600"/>
            <a:ext cx="2735861" cy="14478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2" name="Google Shape;772;p35"/>
          <p:cNvSpPr/>
          <p:nvPr/>
        </p:nvSpPr>
        <p:spPr>
          <a:xfrm>
            <a:off x="6170725" y="838200"/>
            <a:ext cx="839675" cy="5334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3" name="Google Shape;773;p35"/>
          <p:cNvSpPr/>
          <p:nvPr/>
        </p:nvSpPr>
        <p:spPr>
          <a:xfrm>
            <a:off x="7448550" y="762000"/>
            <a:ext cx="839675" cy="5334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4" name="Google Shape;774;p35"/>
          <p:cNvSpPr/>
          <p:nvPr/>
        </p:nvSpPr>
        <p:spPr>
          <a:xfrm>
            <a:off x="7057287" y="1447800"/>
            <a:ext cx="839675" cy="5334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5" name="Google Shape;775;p35"/>
          <p:cNvSpPr/>
          <p:nvPr/>
        </p:nvSpPr>
        <p:spPr>
          <a:xfrm>
            <a:off x="7313425" y="1905000"/>
            <a:ext cx="363725" cy="527304"/>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6" name="Google Shape;776;p35"/>
          <p:cNvSpPr/>
          <p:nvPr/>
        </p:nvSpPr>
        <p:spPr>
          <a:xfrm>
            <a:off x="7313425" y="3206496"/>
            <a:ext cx="363725" cy="527304"/>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7" name="Google Shape;777;p35"/>
          <p:cNvSpPr/>
          <p:nvPr/>
        </p:nvSpPr>
        <p:spPr>
          <a:xfrm rot="1283352">
            <a:off x="6297084" y="4157770"/>
            <a:ext cx="363725" cy="67820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8" name="Google Shape;778;p35"/>
          <p:cNvSpPr/>
          <p:nvPr/>
        </p:nvSpPr>
        <p:spPr>
          <a:xfrm rot="-1346410">
            <a:off x="7445405" y="4128815"/>
            <a:ext cx="363725" cy="67820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79" name="Google Shape;779;p35"/>
          <p:cNvSpPr/>
          <p:nvPr/>
        </p:nvSpPr>
        <p:spPr>
          <a:xfrm>
            <a:off x="5648325" y="600075"/>
            <a:ext cx="219075" cy="3876675"/>
          </a:xfrm>
          <a:custGeom>
            <a:avLst/>
            <a:gdLst/>
            <a:ahLst/>
            <a:cxnLst/>
            <a:rect l="l" t="t" r="r" b="b"/>
            <a:pathLst>
              <a:path w="219075" h="3876675" extrusionOk="0">
                <a:moveTo>
                  <a:pt x="219075" y="0"/>
                </a:moveTo>
                <a:lnTo>
                  <a:pt x="0" y="0"/>
                </a:lnTo>
                <a:lnTo>
                  <a:pt x="9525" y="3876675"/>
                </a:lnTo>
                <a:lnTo>
                  <a:pt x="200025" y="3876675"/>
                </a:lnTo>
              </a:path>
            </a:pathLst>
          </a:cu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780" name="Google Shape;780;p35"/>
          <p:cNvSpPr txBox="1"/>
          <p:nvPr/>
        </p:nvSpPr>
        <p:spPr>
          <a:xfrm rot="-5400000">
            <a:off x="4353065" y="2286000"/>
            <a:ext cx="217880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ABB41D"/>
                </a:solidFill>
                <a:latin typeface="Arial"/>
                <a:ea typeface="Arial"/>
                <a:cs typeface="Arial"/>
                <a:sym typeface="Arial"/>
              </a:rPr>
              <a:t>AGREE analysis</a:t>
            </a:r>
            <a:endParaRPr/>
          </a:p>
        </p:txBody>
      </p:sp>
      <p:sp>
        <p:nvSpPr>
          <p:cNvPr id="781" name="Google Shape;781;p35"/>
          <p:cNvSpPr txBox="1"/>
          <p:nvPr/>
        </p:nvSpPr>
        <p:spPr>
          <a:xfrm rot="-5400000">
            <a:off x="3469810" y="5461933"/>
            <a:ext cx="1811714" cy="52322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rgbClr val="ABB41D"/>
                </a:solidFill>
                <a:latin typeface="Arial"/>
                <a:ea typeface="Arial"/>
                <a:cs typeface="Arial"/>
                <a:sym typeface="Arial"/>
              </a:rPr>
              <a:t>Component</a:t>
            </a:r>
            <a:endParaRPr/>
          </a:p>
          <a:p>
            <a:pPr marL="0" marR="0" lvl="0" indent="0" algn="ctr" rtl="0">
              <a:spcBef>
                <a:spcPts val="0"/>
              </a:spcBef>
              <a:spcAft>
                <a:spcPts val="0"/>
              </a:spcAft>
              <a:buNone/>
            </a:pPr>
            <a:r>
              <a:rPr lang="en-US" sz="1400" b="1">
                <a:solidFill>
                  <a:srgbClr val="ABB41D"/>
                </a:solidFill>
                <a:latin typeface="Arial"/>
                <a:ea typeface="Arial"/>
                <a:cs typeface="Arial"/>
                <a:sym typeface="Arial"/>
              </a:rPr>
              <a:t>Implementation</a:t>
            </a:r>
            <a:endParaRPr/>
          </a:p>
        </p:txBody>
      </p:sp>
      <p:sp>
        <p:nvSpPr>
          <p:cNvPr id="782" name="Google Shape;782;p35"/>
          <p:cNvSpPr txBox="1"/>
          <p:nvPr/>
        </p:nvSpPr>
        <p:spPr>
          <a:xfrm>
            <a:off x="6214514" y="816918"/>
            <a:ext cx="720069" cy="2308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accent1"/>
                </a:solidFill>
                <a:latin typeface="Verdana"/>
                <a:ea typeface="Verdana"/>
                <a:cs typeface="Verdana"/>
                <a:sym typeface="Verdana"/>
              </a:rPr>
              <a:t>contract</a:t>
            </a:r>
            <a:endParaRPr sz="900" b="1">
              <a:solidFill>
                <a:schemeClr val="accent1"/>
              </a:solidFill>
              <a:latin typeface="Verdana"/>
              <a:ea typeface="Verdana"/>
              <a:cs typeface="Verdana"/>
              <a:sym typeface="Verdana"/>
            </a:endParaRPr>
          </a:p>
        </p:txBody>
      </p:sp>
      <p:sp>
        <p:nvSpPr>
          <p:cNvPr id="783" name="Google Shape;783;p35"/>
          <p:cNvSpPr txBox="1"/>
          <p:nvPr/>
        </p:nvSpPr>
        <p:spPr>
          <a:xfrm>
            <a:off x="7508352" y="762000"/>
            <a:ext cx="720069" cy="2308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accent1"/>
                </a:solidFill>
                <a:latin typeface="Verdana"/>
                <a:ea typeface="Verdana"/>
                <a:cs typeface="Verdana"/>
                <a:sym typeface="Verdana"/>
              </a:rPr>
              <a:t>contract</a:t>
            </a:r>
            <a:endParaRPr sz="900" b="1">
              <a:solidFill>
                <a:schemeClr val="accent1"/>
              </a:solidFill>
              <a:latin typeface="Verdana"/>
              <a:ea typeface="Verdana"/>
              <a:cs typeface="Verdana"/>
              <a:sym typeface="Verdana"/>
            </a:endParaRPr>
          </a:p>
        </p:txBody>
      </p:sp>
      <p:sp>
        <p:nvSpPr>
          <p:cNvPr id="784" name="Google Shape;784;p35"/>
          <p:cNvSpPr txBox="1"/>
          <p:nvPr/>
        </p:nvSpPr>
        <p:spPr>
          <a:xfrm>
            <a:off x="7088515" y="1447800"/>
            <a:ext cx="720069" cy="2308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accent1"/>
                </a:solidFill>
                <a:latin typeface="Verdana"/>
                <a:ea typeface="Verdana"/>
                <a:cs typeface="Verdana"/>
                <a:sym typeface="Verdana"/>
              </a:rPr>
              <a:t>contract</a:t>
            </a:r>
            <a:endParaRPr sz="900" b="1">
              <a:solidFill>
                <a:schemeClr val="accent1"/>
              </a:solidFill>
              <a:latin typeface="Verdana"/>
              <a:ea typeface="Verdana"/>
              <a:cs typeface="Verdana"/>
              <a:sym typeface="Verdana"/>
            </a:endParaRPr>
          </a:p>
        </p:txBody>
      </p:sp>
      <p:sp>
        <p:nvSpPr>
          <p:cNvPr id="785" name="Google Shape;785;p35"/>
          <p:cNvSpPr txBox="1"/>
          <p:nvPr/>
        </p:nvSpPr>
        <p:spPr>
          <a:xfrm>
            <a:off x="6477000" y="2734872"/>
            <a:ext cx="720069" cy="2308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accent1"/>
                </a:solidFill>
                <a:latin typeface="Verdana"/>
                <a:ea typeface="Verdana"/>
                <a:cs typeface="Verdana"/>
                <a:sym typeface="Verdana"/>
              </a:rPr>
              <a:t>contract</a:t>
            </a:r>
            <a:endParaRPr sz="900" b="1">
              <a:solidFill>
                <a:schemeClr val="accent1"/>
              </a:solidFill>
              <a:latin typeface="Verdana"/>
              <a:ea typeface="Verdana"/>
              <a:cs typeface="Verdana"/>
              <a:sym typeface="Verdana"/>
            </a:endParaRPr>
          </a:p>
        </p:txBody>
      </p:sp>
      <p:sp>
        <p:nvSpPr>
          <p:cNvPr id="786" name="Google Shape;786;p35"/>
          <p:cNvSpPr txBox="1"/>
          <p:nvPr/>
        </p:nvSpPr>
        <p:spPr>
          <a:xfrm>
            <a:off x="7365083" y="2747826"/>
            <a:ext cx="720069" cy="2308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accent1"/>
                </a:solidFill>
                <a:latin typeface="Verdana"/>
                <a:ea typeface="Verdana"/>
                <a:cs typeface="Verdana"/>
                <a:sym typeface="Verdana"/>
              </a:rPr>
              <a:t>contract</a:t>
            </a:r>
            <a:endParaRPr sz="900" b="1">
              <a:solidFill>
                <a:schemeClr val="accent1"/>
              </a:solidFill>
              <a:latin typeface="Verdana"/>
              <a:ea typeface="Verdana"/>
              <a:cs typeface="Verdana"/>
              <a:sym typeface="Verdana"/>
            </a:endParaRPr>
          </a:p>
        </p:txBody>
      </p:sp>
      <p:sp>
        <p:nvSpPr>
          <p:cNvPr id="787" name="Google Shape;787;p35"/>
          <p:cNvSpPr txBox="1"/>
          <p:nvPr/>
        </p:nvSpPr>
        <p:spPr>
          <a:xfrm>
            <a:off x="6403231" y="3943910"/>
            <a:ext cx="663964" cy="2154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1">
                <a:solidFill>
                  <a:schemeClr val="accent1"/>
                </a:solidFill>
                <a:latin typeface="Verdana"/>
                <a:ea typeface="Verdana"/>
                <a:cs typeface="Verdana"/>
                <a:sym typeface="Verdana"/>
              </a:rPr>
              <a:t>contract</a:t>
            </a:r>
            <a:endParaRPr sz="800" b="1">
              <a:solidFill>
                <a:schemeClr val="accent1"/>
              </a:solidFill>
              <a:latin typeface="Verdana"/>
              <a:ea typeface="Verdana"/>
              <a:cs typeface="Verdana"/>
              <a:sym typeface="Verdana"/>
            </a:endParaRPr>
          </a:p>
        </p:txBody>
      </p:sp>
      <p:sp>
        <p:nvSpPr>
          <p:cNvPr id="788" name="Google Shape;788;p35"/>
          <p:cNvSpPr txBox="1"/>
          <p:nvPr/>
        </p:nvSpPr>
        <p:spPr>
          <a:xfrm>
            <a:off x="7134225" y="3943910"/>
            <a:ext cx="663964" cy="2154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1">
                <a:solidFill>
                  <a:schemeClr val="accent1"/>
                </a:solidFill>
                <a:latin typeface="Verdana"/>
                <a:ea typeface="Verdana"/>
                <a:cs typeface="Verdana"/>
                <a:sym typeface="Verdana"/>
              </a:rPr>
              <a:t>contract</a:t>
            </a:r>
            <a:endParaRPr sz="800" b="1">
              <a:solidFill>
                <a:schemeClr val="accent1"/>
              </a:solidFill>
              <a:latin typeface="Verdana"/>
              <a:ea typeface="Verdana"/>
              <a:cs typeface="Verdana"/>
              <a:sym typeface="Verdana"/>
            </a:endParaRPr>
          </a:p>
        </p:txBody>
      </p:sp>
      <p:sp>
        <p:nvSpPr>
          <p:cNvPr id="31" name="TextBox 30"/>
          <p:cNvSpPr txBox="1"/>
          <p:nvPr/>
        </p:nvSpPr>
        <p:spPr>
          <a:xfrm>
            <a:off x="228600" y="6596743"/>
            <a:ext cx="2484976" cy="307777"/>
          </a:xfrm>
          <a:prstGeom prst="rect">
            <a:avLst/>
          </a:prstGeom>
          <a:noFill/>
        </p:spPr>
        <p:txBody>
          <a:bodyPr wrap="none" rtlCol="0">
            <a:spAutoFit/>
          </a:bodyPr>
          <a:lstStyle/>
          <a:p>
            <a:r>
              <a:rPr lang="de-DE" dirty="0" smtClean="0"/>
              <a:t>Slide from Collins Aerospace</a:t>
            </a:r>
            <a:endParaRPr lang="en-US" dirty="0"/>
          </a:p>
        </p:txBody>
      </p:sp>
    </p:spTree>
  </p:cSld>
  <p:clrMapOvr>
    <a:masterClrMapping/>
  </p:clrMapOvr>
  <p:transition>
    <p:fade thruBlk="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pic>
        <p:nvPicPr>
          <p:cNvPr id="794" name="Google Shape;794;p36" descr="http://www.geemap.stat.uiowa.edu/University_of_Iowa_logo.png"/>
          <p:cNvPicPr preferRelativeResize="0"/>
          <p:nvPr/>
        </p:nvPicPr>
        <p:blipFill rotWithShape="1">
          <a:blip r:embed="rId3">
            <a:alphaModFix/>
          </a:blip>
          <a:srcRect/>
          <a:stretch/>
        </p:blipFill>
        <p:spPr>
          <a:xfrm>
            <a:off x="6770630" y="2170176"/>
            <a:ext cx="1219200" cy="725424"/>
          </a:xfrm>
          <a:prstGeom prst="rect">
            <a:avLst/>
          </a:prstGeom>
          <a:noFill/>
          <a:ln>
            <a:noFill/>
          </a:ln>
        </p:spPr>
      </p:pic>
      <p:sp>
        <p:nvSpPr>
          <p:cNvPr id="795" name="Google Shape;795;p36"/>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796" name="Google Shape;796;p36"/>
          <p:cNvSpPr txBox="1">
            <a:spLocks noGrp="1"/>
          </p:cNvSpPr>
          <p:nvPr>
            <p:ph type="body" idx="1"/>
          </p:nvPr>
        </p:nvSpPr>
        <p:spPr>
          <a:xfrm>
            <a:off x="748076" y="1563798"/>
            <a:ext cx="5301474" cy="3810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400"/>
              <a:buFont typeface="Verdana"/>
              <a:buChar char="•"/>
            </a:pPr>
            <a:r>
              <a:rPr lang="en-US" sz="1400"/>
              <a:t>Compositional verification tool for analysis of AADL system models</a:t>
            </a:r>
            <a:endParaRPr/>
          </a:p>
          <a:p>
            <a:pPr marL="342900" lvl="0" indent="-342900" algn="l" rtl="0">
              <a:spcBef>
                <a:spcPts val="280"/>
              </a:spcBef>
              <a:spcAft>
                <a:spcPts val="0"/>
              </a:spcAft>
              <a:buClr>
                <a:schemeClr val="dk1"/>
              </a:buClr>
              <a:buSzPts val="1400"/>
              <a:buFont typeface="Verdana"/>
              <a:buChar char="•"/>
            </a:pPr>
            <a:r>
              <a:rPr lang="en-US" sz="1400"/>
              <a:t>AGREE: Assume-Guarantee Reasoning Environment</a:t>
            </a:r>
            <a:endParaRPr/>
          </a:p>
          <a:p>
            <a:pPr marL="342900" lvl="0" indent="-342900" algn="l" rtl="0">
              <a:spcBef>
                <a:spcPts val="280"/>
              </a:spcBef>
              <a:spcAft>
                <a:spcPts val="0"/>
              </a:spcAft>
              <a:buClr>
                <a:schemeClr val="dk1"/>
              </a:buClr>
              <a:buSzPts val="1400"/>
              <a:buFont typeface="Verdana"/>
              <a:buChar char="•"/>
            </a:pPr>
            <a:r>
              <a:rPr lang="en-US" sz="1400"/>
              <a:t>Focus on system safety properties</a:t>
            </a:r>
            <a:endParaRPr/>
          </a:p>
          <a:p>
            <a:pPr marL="342900" lvl="0" indent="-342900" algn="l" rtl="0">
              <a:spcBef>
                <a:spcPts val="280"/>
              </a:spcBef>
              <a:spcAft>
                <a:spcPts val="0"/>
              </a:spcAft>
              <a:buClr>
                <a:schemeClr val="dk1"/>
              </a:buClr>
              <a:buSzPts val="1400"/>
              <a:buFont typeface="Verdana"/>
              <a:buChar char="•"/>
            </a:pPr>
            <a:r>
              <a:rPr lang="en-US" sz="1400"/>
              <a:t>Compositional approach scales model checking to larger systems</a:t>
            </a:r>
            <a:endParaRPr/>
          </a:p>
        </p:txBody>
      </p:sp>
      <p:sp>
        <p:nvSpPr>
          <p:cNvPr id="797" name="Google Shape;797;p36"/>
          <p:cNvSpPr/>
          <p:nvPr/>
        </p:nvSpPr>
        <p:spPr>
          <a:xfrm>
            <a:off x="757238" y="868363"/>
            <a:ext cx="77724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rgbClr val="7F7F7F"/>
                </a:solidFill>
                <a:latin typeface="Verdana"/>
                <a:ea typeface="Verdana"/>
                <a:cs typeface="Verdana"/>
                <a:sym typeface="Verdana"/>
              </a:rPr>
              <a:t>Compositional Verification of Critical Systems</a:t>
            </a:r>
            <a:endParaRPr sz="2000" b="1">
              <a:solidFill>
                <a:srgbClr val="7F7F7F"/>
              </a:solidFill>
              <a:latin typeface="Verdana"/>
              <a:ea typeface="Verdana"/>
              <a:cs typeface="Verdana"/>
              <a:sym typeface="Verdana"/>
            </a:endParaRPr>
          </a:p>
        </p:txBody>
      </p:sp>
      <p:pic>
        <p:nvPicPr>
          <p:cNvPr id="798" name="Google Shape;798;p36" descr="http://upload.wikimedia.org/wikipedia/commons/thumb/e/e5/NASA_logo.svg/290px-NASA_logo.svg.png"/>
          <p:cNvPicPr preferRelativeResize="0"/>
          <p:nvPr/>
        </p:nvPicPr>
        <p:blipFill rotWithShape="1">
          <a:blip r:embed="rId4">
            <a:alphaModFix/>
          </a:blip>
          <a:srcRect/>
          <a:stretch/>
        </p:blipFill>
        <p:spPr>
          <a:xfrm>
            <a:off x="7532630" y="1371600"/>
            <a:ext cx="1306570" cy="1112837"/>
          </a:xfrm>
          <a:prstGeom prst="rect">
            <a:avLst/>
          </a:prstGeom>
          <a:noFill/>
          <a:ln>
            <a:noFill/>
          </a:ln>
        </p:spPr>
      </p:pic>
      <p:grpSp>
        <p:nvGrpSpPr>
          <p:cNvPr id="799" name="Google Shape;799;p36"/>
          <p:cNvGrpSpPr/>
          <p:nvPr/>
        </p:nvGrpSpPr>
        <p:grpSpPr>
          <a:xfrm>
            <a:off x="1058525" y="4131785"/>
            <a:ext cx="3973474" cy="1771543"/>
            <a:chOff x="4038581" y="3886200"/>
            <a:chExt cx="4800620" cy="2140321"/>
          </a:xfrm>
        </p:grpSpPr>
        <p:sp>
          <p:nvSpPr>
            <p:cNvPr id="800" name="Google Shape;800;p36"/>
            <p:cNvSpPr/>
            <p:nvPr/>
          </p:nvSpPr>
          <p:spPr>
            <a:xfrm>
              <a:off x="4038600" y="3886200"/>
              <a:ext cx="4800600" cy="2133600"/>
            </a:xfrm>
            <a:prstGeom prst="rect">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cxnSp>
          <p:nvCxnSpPr>
            <p:cNvPr id="801" name="Google Shape;801;p36"/>
            <p:cNvCxnSpPr>
              <a:stCxn id="802" idx="0"/>
              <a:endCxn id="803" idx="3"/>
            </p:cNvCxnSpPr>
            <p:nvPr/>
          </p:nvCxnSpPr>
          <p:spPr>
            <a:xfrm>
              <a:off x="4090988" y="4279900"/>
              <a:ext cx="357000" cy="3300"/>
            </a:xfrm>
            <a:prstGeom prst="straightConnector1">
              <a:avLst/>
            </a:prstGeom>
            <a:noFill/>
            <a:ln w="9525" cap="flat" cmpd="sng">
              <a:solidFill>
                <a:schemeClr val="dk1"/>
              </a:solidFill>
              <a:prstDash val="solid"/>
              <a:round/>
              <a:headEnd type="none" w="sm" len="sm"/>
              <a:tailEnd type="none" w="sm" len="sm"/>
            </a:ln>
          </p:spPr>
        </p:cxnSp>
        <p:cxnSp>
          <p:nvCxnSpPr>
            <p:cNvPr id="804" name="Google Shape;804;p36"/>
            <p:cNvCxnSpPr>
              <a:stCxn id="805" idx="0"/>
              <a:endCxn id="806" idx="3"/>
            </p:cNvCxnSpPr>
            <p:nvPr/>
          </p:nvCxnSpPr>
          <p:spPr>
            <a:xfrm>
              <a:off x="5562600" y="4283075"/>
              <a:ext cx="333600" cy="1125300"/>
            </a:xfrm>
            <a:prstGeom prst="bentConnector3">
              <a:avLst>
                <a:gd name="adj1" fmla="val 33450"/>
              </a:avLst>
            </a:prstGeom>
            <a:noFill/>
            <a:ln w="9525" cap="flat" cmpd="sng">
              <a:solidFill>
                <a:schemeClr val="dk1"/>
              </a:solidFill>
              <a:prstDash val="solid"/>
              <a:round/>
              <a:headEnd type="none" w="sm" len="sm"/>
              <a:tailEnd type="none" w="sm" len="sm"/>
            </a:ln>
          </p:spPr>
        </p:cxnSp>
        <p:cxnSp>
          <p:nvCxnSpPr>
            <p:cNvPr id="807" name="Google Shape;807;p36"/>
            <p:cNvCxnSpPr>
              <a:stCxn id="808" idx="0"/>
              <a:endCxn id="809" idx="3"/>
            </p:cNvCxnSpPr>
            <p:nvPr/>
          </p:nvCxnSpPr>
          <p:spPr>
            <a:xfrm rot="10800000" flipH="1">
              <a:off x="7010400" y="4487013"/>
              <a:ext cx="381000" cy="921600"/>
            </a:xfrm>
            <a:prstGeom prst="bentConnector3">
              <a:avLst>
                <a:gd name="adj1" fmla="val 34028"/>
              </a:avLst>
            </a:prstGeom>
            <a:noFill/>
            <a:ln w="9525" cap="flat" cmpd="sng">
              <a:solidFill>
                <a:schemeClr val="dk1"/>
              </a:solidFill>
              <a:prstDash val="solid"/>
              <a:round/>
              <a:headEnd type="none" w="sm" len="sm"/>
              <a:tailEnd type="none" w="sm" len="sm"/>
            </a:ln>
          </p:spPr>
        </p:cxnSp>
        <p:cxnSp>
          <p:nvCxnSpPr>
            <p:cNvPr id="810" name="Google Shape;810;p36"/>
            <p:cNvCxnSpPr>
              <a:stCxn id="805" idx="0"/>
              <a:endCxn id="811" idx="3"/>
            </p:cNvCxnSpPr>
            <p:nvPr/>
          </p:nvCxnSpPr>
          <p:spPr>
            <a:xfrm rot="10800000" flipH="1">
              <a:off x="5562600" y="4282475"/>
              <a:ext cx="1828800" cy="600"/>
            </a:xfrm>
            <a:prstGeom prst="straightConnector1">
              <a:avLst/>
            </a:prstGeom>
            <a:noFill/>
            <a:ln w="9525" cap="flat" cmpd="sng">
              <a:solidFill>
                <a:schemeClr val="dk1"/>
              </a:solidFill>
              <a:prstDash val="solid"/>
              <a:round/>
              <a:headEnd type="none" w="sm" len="sm"/>
              <a:tailEnd type="none" w="sm" len="sm"/>
            </a:ln>
          </p:spPr>
        </p:cxnSp>
        <p:cxnSp>
          <p:nvCxnSpPr>
            <p:cNvPr id="812" name="Google Shape;812;p36"/>
            <p:cNvCxnSpPr>
              <a:stCxn id="813" idx="0"/>
              <a:endCxn id="814" idx="3"/>
            </p:cNvCxnSpPr>
            <p:nvPr/>
          </p:nvCxnSpPr>
          <p:spPr>
            <a:xfrm>
              <a:off x="8504238" y="4384675"/>
              <a:ext cx="282600" cy="0"/>
            </a:xfrm>
            <a:prstGeom prst="straightConnector1">
              <a:avLst/>
            </a:prstGeom>
            <a:noFill/>
            <a:ln w="9525" cap="flat" cmpd="sng">
              <a:solidFill>
                <a:schemeClr val="dk1"/>
              </a:solidFill>
              <a:prstDash val="solid"/>
              <a:round/>
              <a:headEnd type="none" w="sm" len="sm"/>
              <a:tailEnd type="none" w="sm" len="sm"/>
            </a:ln>
          </p:spPr>
        </p:cxnSp>
        <p:grpSp>
          <p:nvGrpSpPr>
            <p:cNvPr id="815" name="Google Shape;815;p36"/>
            <p:cNvGrpSpPr/>
            <p:nvPr/>
          </p:nvGrpSpPr>
          <p:grpSpPr>
            <a:xfrm>
              <a:off x="4448156" y="3975100"/>
              <a:ext cx="1114445" cy="614363"/>
              <a:chOff x="3800456" y="4076700"/>
              <a:chExt cx="1114445" cy="614363"/>
            </a:xfrm>
          </p:grpSpPr>
          <p:sp>
            <p:nvSpPr>
              <p:cNvPr id="816" name="Google Shape;816;p36"/>
              <p:cNvSpPr/>
              <p:nvPr/>
            </p:nvSpPr>
            <p:spPr>
              <a:xfrm>
                <a:off x="3800475" y="4076700"/>
                <a:ext cx="1114425" cy="614363"/>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A</a:t>
                </a:r>
                <a:endParaRPr/>
              </a:p>
            </p:txBody>
          </p:sp>
          <p:sp>
            <p:nvSpPr>
              <p:cNvPr id="803" name="Google Shape;803;p36"/>
              <p:cNvSpPr/>
              <p:nvPr/>
            </p:nvSpPr>
            <p:spPr>
              <a:xfrm rot="5400000">
                <a:off x="3801269" y="4358481"/>
                <a:ext cx="50800"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6"/>
              <p:cNvSpPr txBox="1"/>
              <p:nvPr/>
            </p:nvSpPr>
            <p:spPr>
              <a:xfrm>
                <a:off x="3800456" y="4371969"/>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805" name="Google Shape;805;p36"/>
              <p:cNvSpPr/>
              <p:nvPr/>
            </p:nvSpPr>
            <p:spPr>
              <a:xfrm rot="5400000">
                <a:off x="4862513" y="4357687"/>
                <a:ext cx="50800" cy="53975"/>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6"/>
              <p:cNvSpPr txBox="1"/>
              <p:nvPr/>
            </p:nvSpPr>
            <p:spPr>
              <a:xfrm>
                <a:off x="4860913" y="4371963"/>
                <a:ext cx="26987"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grpSp>
          <p:nvGrpSpPr>
            <p:cNvPr id="819" name="Google Shape;819;p36"/>
            <p:cNvGrpSpPr/>
            <p:nvPr/>
          </p:nvGrpSpPr>
          <p:grpSpPr>
            <a:xfrm>
              <a:off x="5884862" y="5075238"/>
              <a:ext cx="1125538" cy="614362"/>
              <a:chOff x="5486400" y="5075238"/>
              <a:chExt cx="1125538" cy="614362"/>
            </a:xfrm>
          </p:grpSpPr>
          <p:sp>
            <p:nvSpPr>
              <p:cNvPr id="820" name="Google Shape;820;p36"/>
              <p:cNvSpPr/>
              <p:nvPr/>
            </p:nvSpPr>
            <p:spPr>
              <a:xfrm>
                <a:off x="5486400" y="5075238"/>
                <a:ext cx="1114425" cy="61436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B</a:t>
                </a:r>
                <a:endParaRPr/>
              </a:p>
            </p:txBody>
          </p:sp>
          <p:sp>
            <p:nvSpPr>
              <p:cNvPr id="806" name="Google Shape;806;p36"/>
              <p:cNvSpPr/>
              <p:nvPr/>
            </p:nvSpPr>
            <p:spPr>
              <a:xfrm rot="5400000">
                <a:off x="5498307" y="5382419"/>
                <a:ext cx="50800" cy="52387"/>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6"/>
              <p:cNvSpPr txBox="1"/>
              <p:nvPr/>
            </p:nvSpPr>
            <p:spPr>
              <a:xfrm>
                <a:off x="5497507" y="5395893"/>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808" name="Google Shape;808;p36"/>
              <p:cNvSpPr/>
              <p:nvPr/>
            </p:nvSpPr>
            <p:spPr>
              <a:xfrm rot="5400000">
                <a:off x="6559551" y="5381625"/>
                <a:ext cx="50800" cy="53975"/>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6"/>
              <p:cNvSpPr txBox="1"/>
              <p:nvPr/>
            </p:nvSpPr>
            <p:spPr>
              <a:xfrm>
                <a:off x="6557963" y="5395913"/>
                <a:ext cx="26987"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grpSp>
          <p:nvGrpSpPr>
            <p:cNvPr id="823" name="Google Shape;823;p36"/>
            <p:cNvGrpSpPr/>
            <p:nvPr/>
          </p:nvGrpSpPr>
          <p:grpSpPr>
            <a:xfrm>
              <a:off x="7391399" y="4051300"/>
              <a:ext cx="1112839" cy="614363"/>
              <a:chOff x="7248524" y="4051300"/>
              <a:chExt cx="1112839" cy="614363"/>
            </a:xfrm>
          </p:grpSpPr>
          <p:sp>
            <p:nvSpPr>
              <p:cNvPr id="824" name="Google Shape;824;p36"/>
              <p:cNvSpPr/>
              <p:nvPr/>
            </p:nvSpPr>
            <p:spPr>
              <a:xfrm>
                <a:off x="7248525" y="4051300"/>
                <a:ext cx="1112838" cy="614363"/>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C</a:t>
                </a:r>
                <a:endParaRPr/>
              </a:p>
            </p:txBody>
          </p:sp>
          <p:sp>
            <p:nvSpPr>
              <p:cNvPr id="809" name="Google Shape;809;p36"/>
              <p:cNvSpPr/>
              <p:nvPr/>
            </p:nvSpPr>
            <p:spPr>
              <a:xfrm rot="5400000">
                <a:off x="7248525" y="4460875"/>
                <a:ext cx="52388"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6"/>
              <p:cNvSpPr txBox="1"/>
              <p:nvPr/>
            </p:nvSpPr>
            <p:spPr>
              <a:xfrm>
                <a:off x="7248525" y="4473972"/>
                <a:ext cx="26194" cy="2619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811" name="Google Shape;811;p36"/>
              <p:cNvSpPr/>
              <p:nvPr/>
            </p:nvSpPr>
            <p:spPr>
              <a:xfrm rot="5400000">
                <a:off x="7248525" y="4256088"/>
                <a:ext cx="52387"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6"/>
              <p:cNvSpPr txBox="1"/>
              <p:nvPr/>
            </p:nvSpPr>
            <p:spPr>
              <a:xfrm>
                <a:off x="7248524" y="4269172"/>
                <a:ext cx="26194" cy="2619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813" name="Google Shape;813;p36"/>
              <p:cNvSpPr/>
              <p:nvPr/>
            </p:nvSpPr>
            <p:spPr>
              <a:xfrm rot="5400000">
                <a:off x="8309769" y="4358481"/>
                <a:ext cx="50800"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6"/>
              <p:cNvSpPr txBox="1"/>
              <p:nvPr/>
            </p:nvSpPr>
            <p:spPr>
              <a:xfrm>
                <a:off x="8308956" y="4371969"/>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sp>
          <p:nvSpPr>
            <p:cNvPr id="814" name="Google Shape;814;p36"/>
            <p:cNvSpPr/>
            <p:nvPr/>
          </p:nvSpPr>
          <p:spPr>
            <a:xfrm rot="5400000">
              <a:off x="8787607" y="4358481"/>
              <a:ext cx="50800" cy="52387"/>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6"/>
            <p:cNvSpPr txBox="1"/>
            <p:nvPr/>
          </p:nvSpPr>
          <p:spPr>
            <a:xfrm>
              <a:off x="8786806" y="4371968"/>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829" name="Google Shape;829;p36"/>
            <p:cNvSpPr txBox="1"/>
            <p:nvPr/>
          </p:nvSpPr>
          <p:spPr>
            <a:xfrm>
              <a:off x="4227513" y="4571999"/>
              <a:ext cx="1639889" cy="3718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Input &lt; 20</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&lt; 2*Input</a:t>
              </a:r>
              <a:endParaRPr/>
            </a:p>
          </p:txBody>
        </p:sp>
        <p:sp>
          <p:nvSpPr>
            <p:cNvPr id="830" name="Google Shape;830;p36"/>
            <p:cNvSpPr txBox="1"/>
            <p:nvPr/>
          </p:nvSpPr>
          <p:spPr>
            <a:xfrm>
              <a:off x="5724523" y="5654675"/>
              <a:ext cx="1743075" cy="3718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Input &lt; 20</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&lt; Input + 15</a:t>
              </a:r>
              <a:endParaRPr/>
            </a:p>
          </p:txBody>
        </p:sp>
        <p:sp>
          <p:nvSpPr>
            <p:cNvPr id="831" name="Google Shape;831;p36"/>
            <p:cNvSpPr txBox="1"/>
            <p:nvPr/>
          </p:nvSpPr>
          <p:spPr>
            <a:xfrm>
              <a:off x="7300913" y="4648200"/>
              <a:ext cx="1538287" cy="5019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none</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 Input1 + Input2</a:t>
              </a:r>
              <a:endParaRPr/>
            </a:p>
          </p:txBody>
        </p:sp>
        <p:sp>
          <p:nvSpPr>
            <p:cNvPr id="832" name="Google Shape;832;p36"/>
            <p:cNvSpPr txBox="1"/>
            <p:nvPr/>
          </p:nvSpPr>
          <p:spPr>
            <a:xfrm>
              <a:off x="7443790" y="5650467"/>
              <a:ext cx="1395411" cy="371846"/>
            </a:xfrm>
            <a:prstGeom prst="rect">
              <a:avLst/>
            </a:prstGeom>
            <a:noFill/>
            <a:ln w="19050"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Input &lt; 10</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&lt; 50</a:t>
              </a:r>
              <a:endParaRPr/>
            </a:p>
          </p:txBody>
        </p:sp>
        <p:sp>
          <p:nvSpPr>
            <p:cNvPr id="802" name="Google Shape;802;p36"/>
            <p:cNvSpPr/>
            <p:nvPr/>
          </p:nvSpPr>
          <p:spPr>
            <a:xfrm rot="5400000">
              <a:off x="4039394" y="4253706"/>
              <a:ext cx="50800"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6"/>
            <p:cNvSpPr txBox="1"/>
            <p:nvPr/>
          </p:nvSpPr>
          <p:spPr>
            <a:xfrm>
              <a:off x="4038581" y="4267194"/>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grpSp>
        <p:nvGrpSpPr>
          <p:cNvPr id="834" name="Google Shape;834;p36"/>
          <p:cNvGrpSpPr/>
          <p:nvPr/>
        </p:nvGrpSpPr>
        <p:grpSpPr>
          <a:xfrm>
            <a:off x="5589511" y="3876422"/>
            <a:ext cx="3276637" cy="2265576"/>
            <a:chOff x="2145684" y="1306945"/>
            <a:chExt cx="4611948" cy="3188855"/>
          </a:xfrm>
        </p:grpSpPr>
        <p:grpSp>
          <p:nvGrpSpPr>
            <p:cNvPr id="835" name="Google Shape;835;p36"/>
            <p:cNvGrpSpPr/>
            <p:nvPr/>
          </p:nvGrpSpPr>
          <p:grpSpPr>
            <a:xfrm flipH="1">
              <a:off x="3200400" y="3152217"/>
              <a:ext cx="2590800" cy="855847"/>
              <a:chOff x="3333844" y="3295554"/>
              <a:chExt cx="2590800" cy="855847"/>
            </a:xfrm>
          </p:grpSpPr>
          <p:cxnSp>
            <p:nvCxnSpPr>
              <p:cNvPr id="836" name="Google Shape;836;p36"/>
              <p:cNvCxnSpPr/>
              <p:nvPr/>
            </p:nvCxnSpPr>
            <p:spPr>
              <a:xfrm rot="10800000">
                <a:off x="3755871" y="3299408"/>
                <a:ext cx="2168773" cy="762000"/>
              </a:xfrm>
              <a:prstGeom prst="straightConnector1">
                <a:avLst/>
              </a:prstGeom>
              <a:noFill/>
              <a:ln w="25400" cap="flat" cmpd="sng">
                <a:solidFill>
                  <a:srgbClr val="FF0000"/>
                </a:solidFill>
                <a:prstDash val="solid"/>
                <a:miter lim="800000"/>
                <a:headEnd type="none" w="sm" len="sm"/>
                <a:tailEnd type="none" w="sm" len="sm"/>
              </a:ln>
            </p:spPr>
          </p:cxnSp>
          <p:cxnSp>
            <p:nvCxnSpPr>
              <p:cNvPr id="837" name="Google Shape;837;p36"/>
              <p:cNvCxnSpPr/>
              <p:nvPr/>
            </p:nvCxnSpPr>
            <p:spPr>
              <a:xfrm rot="10800000">
                <a:off x="3581400" y="3299408"/>
                <a:ext cx="1438324" cy="762002"/>
              </a:xfrm>
              <a:prstGeom prst="straightConnector1">
                <a:avLst/>
              </a:prstGeom>
              <a:noFill/>
              <a:ln w="25400" cap="flat" cmpd="sng">
                <a:solidFill>
                  <a:srgbClr val="FF0000"/>
                </a:solidFill>
                <a:prstDash val="solid"/>
                <a:miter lim="800000"/>
                <a:headEnd type="none" w="sm" len="sm"/>
                <a:tailEnd type="none" w="sm" len="sm"/>
              </a:ln>
            </p:spPr>
          </p:cxnSp>
          <p:cxnSp>
            <p:nvCxnSpPr>
              <p:cNvPr id="838" name="Google Shape;838;p36"/>
              <p:cNvCxnSpPr/>
              <p:nvPr/>
            </p:nvCxnSpPr>
            <p:spPr>
              <a:xfrm rot="10800000">
                <a:off x="3457616" y="3299408"/>
                <a:ext cx="682370" cy="762001"/>
              </a:xfrm>
              <a:prstGeom prst="straightConnector1">
                <a:avLst/>
              </a:prstGeom>
              <a:noFill/>
              <a:ln w="25400" cap="flat" cmpd="sng">
                <a:solidFill>
                  <a:srgbClr val="FF0000"/>
                </a:solidFill>
                <a:prstDash val="solid"/>
                <a:miter lim="800000"/>
                <a:headEnd type="none" w="sm" len="sm"/>
                <a:tailEnd type="none" w="sm" len="sm"/>
              </a:ln>
              <a:effectLst>
                <a:outerShdw blurRad="40000" dist="20000" dir="5400000" rotWithShape="0">
                  <a:srgbClr val="3366FF">
                    <a:alpha val="37647"/>
                  </a:srgbClr>
                </a:outerShdw>
              </a:effectLst>
            </p:spPr>
          </p:cxnSp>
          <p:cxnSp>
            <p:nvCxnSpPr>
              <p:cNvPr id="839" name="Google Shape;839;p36"/>
              <p:cNvCxnSpPr/>
              <p:nvPr/>
            </p:nvCxnSpPr>
            <p:spPr>
              <a:xfrm rot="10800000">
                <a:off x="3333844" y="3295554"/>
                <a:ext cx="0" cy="855847"/>
              </a:xfrm>
              <a:prstGeom prst="straightConnector1">
                <a:avLst/>
              </a:prstGeom>
              <a:noFill/>
              <a:ln w="25400" cap="flat" cmpd="sng">
                <a:solidFill>
                  <a:srgbClr val="FF0000"/>
                </a:solidFill>
                <a:prstDash val="solid"/>
                <a:miter lim="800000"/>
                <a:headEnd type="none" w="sm" len="sm"/>
                <a:tailEnd type="none" w="sm" len="sm"/>
              </a:ln>
            </p:spPr>
          </p:cxnSp>
        </p:grpSp>
        <p:cxnSp>
          <p:nvCxnSpPr>
            <p:cNvPr id="840" name="Google Shape;840;p36"/>
            <p:cNvCxnSpPr/>
            <p:nvPr/>
          </p:nvCxnSpPr>
          <p:spPr>
            <a:xfrm rot="10800000">
              <a:off x="3603471" y="3147008"/>
              <a:ext cx="2168773" cy="762000"/>
            </a:xfrm>
            <a:prstGeom prst="straightConnector1">
              <a:avLst/>
            </a:prstGeom>
            <a:noFill/>
            <a:ln w="25400" cap="flat" cmpd="sng">
              <a:solidFill>
                <a:srgbClr val="0000FF"/>
              </a:solidFill>
              <a:prstDash val="solid"/>
              <a:miter lim="800000"/>
              <a:headEnd type="none" w="sm" len="sm"/>
              <a:tailEnd type="none" w="sm" len="sm"/>
            </a:ln>
          </p:spPr>
        </p:cxnSp>
        <p:cxnSp>
          <p:nvCxnSpPr>
            <p:cNvPr id="841" name="Google Shape;841;p36"/>
            <p:cNvCxnSpPr/>
            <p:nvPr/>
          </p:nvCxnSpPr>
          <p:spPr>
            <a:xfrm rot="10800000">
              <a:off x="3429000" y="3147008"/>
              <a:ext cx="1438324" cy="762002"/>
            </a:xfrm>
            <a:prstGeom prst="straightConnector1">
              <a:avLst/>
            </a:prstGeom>
            <a:noFill/>
            <a:ln w="25400" cap="flat" cmpd="sng">
              <a:solidFill>
                <a:srgbClr val="0000FF"/>
              </a:solidFill>
              <a:prstDash val="solid"/>
              <a:miter lim="800000"/>
              <a:headEnd type="none" w="sm" len="sm"/>
              <a:tailEnd type="none" w="sm" len="sm"/>
            </a:ln>
          </p:spPr>
        </p:cxnSp>
        <p:cxnSp>
          <p:nvCxnSpPr>
            <p:cNvPr id="842" name="Google Shape;842;p36"/>
            <p:cNvCxnSpPr/>
            <p:nvPr/>
          </p:nvCxnSpPr>
          <p:spPr>
            <a:xfrm rot="10800000">
              <a:off x="3305216" y="3147008"/>
              <a:ext cx="682370" cy="762001"/>
            </a:xfrm>
            <a:prstGeom prst="straightConnector1">
              <a:avLst/>
            </a:prstGeom>
            <a:noFill/>
            <a:ln w="25400" cap="flat" cmpd="sng">
              <a:solidFill>
                <a:srgbClr val="0000FF"/>
              </a:solidFill>
              <a:prstDash val="solid"/>
              <a:miter lim="800000"/>
              <a:headEnd type="none" w="sm" len="sm"/>
              <a:tailEnd type="none" w="sm" len="sm"/>
            </a:ln>
            <a:effectLst>
              <a:outerShdw blurRad="40000" dist="20000" dir="5400000" rotWithShape="0">
                <a:srgbClr val="3366FF">
                  <a:alpha val="37647"/>
                </a:srgbClr>
              </a:outerShdw>
            </a:effectLst>
          </p:spPr>
        </p:cxnSp>
        <p:cxnSp>
          <p:nvCxnSpPr>
            <p:cNvPr id="843" name="Google Shape;843;p36"/>
            <p:cNvCxnSpPr/>
            <p:nvPr/>
          </p:nvCxnSpPr>
          <p:spPr>
            <a:xfrm rot="10800000">
              <a:off x="3181444" y="3143154"/>
              <a:ext cx="0" cy="855847"/>
            </a:xfrm>
            <a:prstGeom prst="straightConnector1">
              <a:avLst/>
            </a:prstGeom>
            <a:noFill/>
            <a:ln w="25400" cap="flat" cmpd="sng">
              <a:solidFill>
                <a:srgbClr val="0000FF"/>
              </a:solidFill>
              <a:prstDash val="solid"/>
              <a:miter lim="800000"/>
              <a:headEnd type="none" w="sm" len="sm"/>
              <a:tailEnd type="none" w="sm" len="sm"/>
            </a:ln>
          </p:spPr>
        </p:cxnSp>
        <p:sp>
          <p:nvSpPr>
            <p:cNvPr id="844" name="Google Shape;844;p36"/>
            <p:cNvSpPr/>
            <p:nvPr/>
          </p:nvSpPr>
          <p:spPr>
            <a:xfrm>
              <a:off x="3276600" y="1306945"/>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845" name="Google Shape;845;p36"/>
            <p:cNvSpPr/>
            <p:nvPr/>
          </p:nvSpPr>
          <p:spPr>
            <a:xfrm>
              <a:off x="4495800" y="1306945"/>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846" name="Google Shape;846;p36"/>
            <p:cNvSpPr/>
            <p:nvPr/>
          </p:nvSpPr>
          <p:spPr>
            <a:xfrm>
              <a:off x="2145684" y="1828800"/>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847" name="Google Shape;847;p36"/>
            <p:cNvSpPr/>
            <p:nvPr/>
          </p:nvSpPr>
          <p:spPr>
            <a:xfrm>
              <a:off x="5626716" y="1837961"/>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848" name="Google Shape;848;p36"/>
            <p:cNvSpPr/>
            <p:nvPr/>
          </p:nvSpPr>
          <p:spPr>
            <a:xfrm>
              <a:off x="2934678" y="3847300"/>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sp>
          <p:nvSpPr>
            <p:cNvPr id="849" name="Google Shape;849;p36"/>
            <p:cNvSpPr/>
            <p:nvPr/>
          </p:nvSpPr>
          <p:spPr>
            <a:xfrm>
              <a:off x="3745884" y="3845499"/>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sp>
          <p:nvSpPr>
            <p:cNvPr id="850" name="Google Shape;850;p36"/>
            <p:cNvSpPr/>
            <p:nvPr/>
          </p:nvSpPr>
          <p:spPr>
            <a:xfrm>
              <a:off x="4572000" y="3847300"/>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sp>
          <p:nvSpPr>
            <p:cNvPr id="851" name="Google Shape;851;p36"/>
            <p:cNvSpPr/>
            <p:nvPr/>
          </p:nvSpPr>
          <p:spPr>
            <a:xfrm>
              <a:off x="5410200" y="3845499"/>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cxnSp>
          <p:nvCxnSpPr>
            <p:cNvPr id="852" name="Google Shape;852;p36"/>
            <p:cNvCxnSpPr/>
            <p:nvPr/>
          </p:nvCxnSpPr>
          <p:spPr>
            <a:xfrm>
              <a:off x="3276600" y="1981200"/>
              <a:ext cx="1784658" cy="762000"/>
            </a:xfrm>
            <a:prstGeom prst="straightConnector1">
              <a:avLst/>
            </a:prstGeom>
            <a:noFill/>
            <a:ln w="25400" cap="flat" cmpd="sng">
              <a:solidFill>
                <a:srgbClr val="FF0000"/>
              </a:solidFill>
              <a:prstDash val="solid"/>
              <a:miter lim="800000"/>
              <a:headEnd type="none" w="sm" len="sm"/>
              <a:tailEnd type="none" w="sm" len="sm"/>
            </a:ln>
          </p:spPr>
        </p:cxnSp>
        <p:cxnSp>
          <p:nvCxnSpPr>
            <p:cNvPr id="853" name="Google Shape;853;p36"/>
            <p:cNvCxnSpPr/>
            <p:nvPr/>
          </p:nvCxnSpPr>
          <p:spPr>
            <a:xfrm>
              <a:off x="3603471" y="1699208"/>
              <a:ext cx="1578129" cy="887917"/>
            </a:xfrm>
            <a:prstGeom prst="straightConnector1">
              <a:avLst/>
            </a:prstGeom>
            <a:noFill/>
            <a:ln w="25400" cap="flat" cmpd="sng">
              <a:solidFill>
                <a:srgbClr val="FF0000"/>
              </a:solidFill>
              <a:prstDash val="solid"/>
              <a:miter lim="800000"/>
              <a:headEnd type="none" w="sm" len="sm"/>
              <a:tailEnd type="none" w="sm" len="sm"/>
            </a:ln>
          </p:spPr>
        </p:cxnSp>
        <p:cxnSp>
          <p:nvCxnSpPr>
            <p:cNvPr id="854" name="Google Shape;854;p36"/>
            <p:cNvCxnSpPr/>
            <p:nvPr/>
          </p:nvCxnSpPr>
          <p:spPr>
            <a:xfrm>
              <a:off x="5257800" y="1699208"/>
              <a:ext cx="152400" cy="887917"/>
            </a:xfrm>
            <a:prstGeom prst="straightConnector1">
              <a:avLst/>
            </a:prstGeom>
            <a:noFill/>
            <a:ln w="25400" cap="flat" cmpd="sng">
              <a:solidFill>
                <a:srgbClr val="FF0000"/>
              </a:solidFill>
              <a:prstDash val="solid"/>
              <a:miter lim="800000"/>
              <a:headEnd type="none" w="sm" len="sm"/>
              <a:tailEnd type="none" w="sm" len="sm"/>
            </a:ln>
          </p:spPr>
        </p:cxnSp>
        <p:cxnSp>
          <p:nvCxnSpPr>
            <p:cNvPr id="855" name="Google Shape;855;p36"/>
            <p:cNvCxnSpPr/>
            <p:nvPr/>
          </p:nvCxnSpPr>
          <p:spPr>
            <a:xfrm flipH="1">
              <a:off x="5626716" y="2221063"/>
              <a:ext cx="240684" cy="366062"/>
            </a:xfrm>
            <a:prstGeom prst="straightConnector1">
              <a:avLst/>
            </a:prstGeom>
            <a:noFill/>
            <a:ln w="25400" cap="flat" cmpd="sng">
              <a:solidFill>
                <a:srgbClr val="FF0000"/>
              </a:solidFill>
              <a:prstDash val="solid"/>
              <a:miter lim="800000"/>
              <a:headEnd type="none" w="sm" len="sm"/>
              <a:tailEnd type="none" w="sm" len="sm"/>
            </a:ln>
          </p:spPr>
        </p:cxnSp>
        <p:cxnSp>
          <p:nvCxnSpPr>
            <p:cNvPr id="856" name="Google Shape;856;p36"/>
            <p:cNvCxnSpPr/>
            <p:nvPr/>
          </p:nvCxnSpPr>
          <p:spPr>
            <a:xfrm flipH="1">
              <a:off x="3835186" y="1977346"/>
              <a:ext cx="1784658" cy="762000"/>
            </a:xfrm>
            <a:prstGeom prst="straightConnector1">
              <a:avLst/>
            </a:prstGeom>
            <a:noFill/>
            <a:ln w="25400" cap="flat" cmpd="sng">
              <a:solidFill>
                <a:srgbClr val="0000FF"/>
              </a:solidFill>
              <a:prstDash val="solid"/>
              <a:miter lim="800000"/>
              <a:headEnd type="none" w="sm" len="sm"/>
              <a:tailEnd type="none" w="sm" len="sm"/>
            </a:ln>
          </p:spPr>
        </p:cxnSp>
        <p:cxnSp>
          <p:nvCxnSpPr>
            <p:cNvPr id="857" name="Google Shape;857;p36"/>
            <p:cNvCxnSpPr/>
            <p:nvPr/>
          </p:nvCxnSpPr>
          <p:spPr>
            <a:xfrm flipH="1">
              <a:off x="3714844" y="1695354"/>
              <a:ext cx="1578129" cy="887917"/>
            </a:xfrm>
            <a:prstGeom prst="straightConnector1">
              <a:avLst/>
            </a:prstGeom>
            <a:noFill/>
            <a:ln w="25400" cap="flat" cmpd="sng">
              <a:solidFill>
                <a:srgbClr val="0000FF"/>
              </a:solidFill>
              <a:prstDash val="solid"/>
              <a:miter lim="800000"/>
              <a:headEnd type="none" w="sm" len="sm"/>
              <a:tailEnd type="none" w="sm" len="sm"/>
            </a:ln>
          </p:spPr>
        </p:cxnSp>
        <p:cxnSp>
          <p:nvCxnSpPr>
            <p:cNvPr id="858" name="Google Shape;858;p36"/>
            <p:cNvCxnSpPr/>
            <p:nvPr/>
          </p:nvCxnSpPr>
          <p:spPr>
            <a:xfrm flipH="1">
              <a:off x="3486244" y="1695354"/>
              <a:ext cx="152400" cy="887917"/>
            </a:xfrm>
            <a:prstGeom prst="straightConnector1">
              <a:avLst/>
            </a:prstGeom>
            <a:noFill/>
            <a:ln w="25400" cap="flat" cmpd="sng">
              <a:solidFill>
                <a:srgbClr val="0000FF"/>
              </a:solidFill>
              <a:prstDash val="solid"/>
              <a:miter lim="800000"/>
              <a:headEnd type="none" w="sm" len="sm"/>
              <a:tailEnd type="none" w="sm" len="sm"/>
            </a:ln>
            <a:effectLst>
              <a:outerShdw blurRad="40000" dist="20000" dir="5400000" rotWithShape="0">
                <a:srgbClr val="3366FF">
                  <a:alpha val="37647"/>
                </a:srgbClr>
              </a:outerShdw>
            </a:effectLst>
          </p:spPr>
        </p:cxnSp>
        <p:cxnSp>
          <p:nvCxnSpPr>
            <p:cNvPr id="859" name="Google Shape;859;p36"/>
            <p:cNvCxnSpPr/>
            <p:nvPr/>
          </p:nvCxnSpPr>
          <p:spPr>
            <a:xfrm>
              <a:off x="3029044" y="2217209"/>
              <a:ext cx="240684" cy="366062"/>
            </a:xfrm>
            <a:prstGeom prst="straightConnector1">
              <a:avLst/>
            </a:prstGeom>
            <a:noFill/>
            <a:ln w="25400" cap="flat" cmpd="sng">
              <a:solidFill>
                <a:srgbClr val="0000FF"/>
              </a:solidFill>
              <a:prstDash val="solid"/>
              <a:miter lim="800000"/>
              <a:headEnd type="none" w="sm" len="sm"/>
              <a:tailEnd type="none" w="sm" len="sm"/>
            </a:ln>
          </p:spPr>
        </p:cxnSp>
        <p:sp>
          <p:nvSpPr>
            <p:cNvPr id="860" name="Google Shape;860;p36"/>
            <p:cNvSpPr/>
            <p:nvPr/>
          </p:nvSpPr>
          <p:spPr>
            <a:xfrm>
              <a:off x="5061258" y="2438400"/>
              <a:ext cx="1130916" cy="8009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AFDX </a:t>
              </a:r>
              <a:r>
                <a:rPr lang="en-US" sz="1000">
                  <a:solidFill>
                    <a:schemeClr val="dk1"/>
                  </a:solidFill>
                  <a:latin typeface="Arial"/>
                  <a:ea typeface="Arial"/>
                  <a:cs typeface="Arial"/>
                  <a:sym typeface="Arial"/>
                </a:rPr>
                <a:t>or</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TTE</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Switch</a:t>
              </a:r>
              <a:endParaRPr sz="1100" b="1">
                <a:solidFill>
                  <a:schemeClr val="dk1"/>
                </a:solidFill>
                <a:latin typeface="Arial"/>
                <a:ea typeface="Arial"/>
                <a:cs typeface="Arial"/>
                <a:sym typeface="Arial"/>
              </a:endParaRPr>
            </a:p>
          </p:txBody>
        </p:sp>
        <p:sp>
          <p:nvSpPr>
            <p:cNvPr id="861" name="Google Shape;861;p36"/>
            <p:cNvSpPr/>
            <p:nvPr/>
          </p:nvSpPr>
          <p:spPr>
            <a:xfrm>
              <a:off x="2755284" y="2438400"/>
              <a:ext cx="1130916" cy="8009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AFDX </a:t>
              </a:r>
              <a:r>
                <a:rPr lang="en-US" sz="1000">
                  <a:solidFill>
                    <a:schemeClr val="dk1"/>
                  </a:solidFill>
                  <a:latin typeface="Arial"/>
                  <a:ea typeface="Arial"/>
                  <a:cs typeface="Arial"/>
                  <a:sym typeface="Arial"/>
                </a:rPr>
                <a:t>or</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TTE</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Switch</a:t>
              </a:r>
              <a:endParaRPr sz="1100" b="1">
                <a:solidFill>
                  <a:schemeClr val="dk1"/>
                </a:solidFill>
                <a:latin typeface="Arial"/>
                <a:ea typeface="Arial"/>
                <a:cs typeface="Arial"/>
                <a:sym typeface="Arial"/>
              </a:endParaRPr>
            </a:p>
          </p:txBody>
        </p:sp>
      </p:grpSp>
      <p:pic>
        <p:nvPicPr>
          <p:cNvPr id="862" name="Google Shape;862;p36" descr="C:\Documents and Settings\ddcofer\My Documents\Projects\hacms\logos\UMN-v2.png"/>
          <p:cNvPicPr preferRelativeResize="0"/>
          <p:nvPr/>
        </p:nvPicPr>
        <p:blipFill rotWithShape="1">
          <a:blip r:embed="rId5">
            <a:alphaModFix/>
          </a:blip>
          <a:srcRect/>
          <a:stretch/>
        </p:blipFill>
        <p:spPr>
          <a:xfrm>
            <a:off x="6275330" y="1752600"/>
            <a:ext cx="952500" cy="624302"/>
          </a:xfrm>
          <a:prstGeom prst="rect">
            <a:avLst/>
          </a:prstGeom>
          <a:noFill/>
          <a:ln>
            <a:noFill/>
          </a:ln>
        </p:spPr>
      </p:pic>
      <p:sp>
        <p:nvSpPr>
          <p:cNvPr id="863" name="Google Shape;863;p36"/>
          <p:cNvSpPr/>
          <p:nvPr/>
        </p:nvSpPr>
        <p:spPr>
          <a:xfrm>
            <a:off x="5181600" y="3200400"/>
            <a:ext cx="3657600" cy="533400"/>
          </a:xfrm>
          <a:prstGeom prst="rect">
            <a:avLst/>
          </a:prstGeom>
          <a:solidFill>
            <a:srgbClr val="869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Example system: Quad-redundant flight control system provided by NASA</a:t>
            </a:r>
            <a:endParaRPr sz="1200" b="1">
              <a:solidFill>
                <a:schemeClr val="lt1"/>
              </a:solidFill>
              <a:latin typeface="Arial"/>
              <a:ea typeface="Arial"/>
              <a:cs typeface="Arial"/>
              <a:sym typeface="Arial"/>
            </a:endParaRPr>
          </a:p>
        </p:txBody>
      </p:sp>
      <p:sp>
        <p:nvSpPr>
          <p:cNvPr id="864" name="Google Shape;864;p36"/>
          <p:cNvSpPr/>
          <p:nvPr/>
        </p:nvSpPr>
        <p:spPr>
          <a:xfrm rot="-6180069" flipH="1">
            <a:off x="5834682" y="3083091"/>
            <a:ext cx="1116616" cy="1116616"/>
          </a:xfrm>
          <a:custGeom>
            <a:avLst/>
            <a:gdLst/>
            <a:ahLst/>
            <a:cxnLst/>
            <a:rect l="l" t="t" r="r" b="b"/>
            <a:pathLst>
              <a:path w="120000" h="120000" extrusionOk="0">
                <a:moveTo>
                  <a:pt x="52002" y="10864"/>
                </a:moveTo>
                <a:lnTo>
                  <a:pt x="52002" y="10864"/>
                </a:lnTo>
                <a:cubicBezTo>
                  <a:pt x="67141" y="8400"/>
                  <a:pt x="82572" y="13052"/>
                  <a:pt x="93826" y="23475"/>
                </a:cubicBezTo>
                <a:lnTo>
                  <a:pt x="102360" y="18435"/>
                </a:lnTo>
                <a:lnTo>
                  <a:pt x="97611" y="37788"/>
                </a:lnTo>
                <a:lnTo>
                  <a:pt x="74255" y="35033"/>
                </a:lnTo>
                <a:lnTo>
                  <a:pt x="82694" y="30049"/>
                </a:lnTo>
                <a:lnTo>
                  <a:pt x="82694" y="30049"/>
                </a:lnTo>
                <a:cubicBezTo>
                  <a:pt x="74497" y="23838"/>
                  <a:pt x="64113" y="21258"/>
                  <a:pt x="53963" y="22911"/>
                </a:cubicBezTo>
                <a:close/>
              </a:path>
            </a:pathLst>
          </a:custGeom>
          <a:solidFill>
            <a:srgbClr val="869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73" name="TextBox 72"/>
          <p:cNvSpPr txBox="1"/>
          <p:nvPr/>
        </p:nvSpPr>
        <p:spPr>
          <a:xfrm>
            <a:off x="228600" y="6596743"/>
            <a:ext cx="2484976" cy="307777"/>
          </a:xfrm>
          <a:prstGeom prst="rect">
            <a:avLst/>
          </a:prstGeom>
          <a:noFill/>
        </p:spPr>
        <p:txBody>
          <a:bodyPr wrap="none" rtlCol="0">
            <a:spAutoFit/>
          </a:bodyPr>
          <a:lstStyle/>
          <a:p>
            <a:r>
              <a:rPr lang="de-DE" dirty="0" smtClean="0"/>
              <a:t>Slide from Collins Aerospace</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pic>
        <p:nvPicPr>
          <p:cNvPr id="947" name="Google Shape;947;p38" descr="http://www.geemap.stat.uiowa.edu/University_of_Iowa_logo.png"/>
          <p:cNvPicPr preferRelativeResize="0"/>
          <p:nvPr/>
        </p:nvPicPr>
        <p:blipFill rotWithShape="1">
          <a:blip r:embed="rId3">
            <a:alphaModFix/>
          </a:blip>
          <a:srcRect/>
          <a:stretch/>
        </p:blipFill>
        <p:spPr>
          <a:xfrm>
            <a:off x="6602395" y="2132096"/>
            <a:ext cx="1219200" cy="725424"/>
          </a:xfrm>
          <a:prstGeom prst="rect">
            <a:avLst/>
          </a:prstGeom>
          <a:noFill/>
          <a:ln>
            <a:noFill/>
          </a:ln>
        </p:spPr>
      </p:pic>
      <p:sp>
        <p:nvSpPr>
          <p:cNvPr id="948" name="Google Shape;948;p38"/>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949" name="Google Shape;949;p38"/>
          <p:cNvSpPr txBox="1">
            <a:spLocks noGrp="1"/>
          </p:cNvSpPr>
          <p:nvPr>
            <p:ph type="body" idx="1"/>
          </p:nvPr>
        </p:nvSpPr>
        <p:spPr>
          <a:xfrm>
            <a:off x="579841" y="1525718"/>
            <a:ext cx="5301474" cy="3810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400"/>
              <a:buFont typeface="Verdana"/>
              <a:buChar char="•"/>
            </a:pPr>
            <a:r>
              <a:rPr lang="en-US" sz="1400" dirty="0"/>
              <a:t>Compositional verification tool for analysis of AADL system models</a:t>
            </a:r>
            <a:endParaRPr dirty="0"/>
          </a:p>
          <a:p>
            <a:pPr marL="342900" lvl="0" indent="-342900" algn="l" rtl="0">
              <a:spcBef>
                <a:spcPts val="280"/>
              </a:spcBef>
              <a:spcAft>
                <a:spcPts val="0"/>
              </a:spcAft>
              <a:buClr>
                <a:schemeClr val="dk1"/>
              </a:buClr>
              <a:buSzPts val="1400"/>
              <a:buFont typeface="Verdana"/>
              <a:buChar char="•"/>
            </a:pPr>
            <a:r>
              <a:rPr lang="en-US" sz="1400" dirty="0"/>
              <a:t>AGREE: Assume-Guarantee Reasoning Environment</a:t>
            </a:r>
            <a:endParaRPr dirty="0"/>
          </a:p>
          <a:p>
            <a:pPr marL="342900" lvl="0" indent="-342900" algn="l" rtl="0">
              <a:spcBef>
                <a:spcPts val="280"/>
              </a:spcBef>
              <a:spcAft>
                <a:spcPts val="0"/>
              </a:spcAft>
              <a:buClr>
                <a:schemeClr val="dk1"/>
              </a:buClr>
              <a:buSzPts val="1400"/>
              <a:buFont typeface="Verdana"/>
              <a:buChar char="•"/>
            </a:pPr>
            <a:r>
              <a:rPr lang="en-US" sz="1400" dirty="0"/>
              <a:t>Focus on system safety properties</a:t>
            </a:r>
            <a:endParaRPr dirty="0"/>
          </a:p>
          <a:p>
            <a:pPr marL="342900" lvl="0" indent="-342900" algn="l" rtl="0">
              <a:spcBef>
                <a:spcPts val="280"/>
              </a:spcBef>
              <a:spcAft>
                <a:spcPts val="0"/>
              </a:spcAft>
              <a:buClr>
                <a:schemeClr val="dk1"/>
              </a:buClr>
              <a:buSzPts val="1400"/>
              <a:buFont typeface="Verdana"/>
              <a:buChar char="•"/>
            </a:pPr>
            <a:r>
              <a:rPr lang="en-US" sz="1400" dirty="0"/>
              <a:t>Compositional approach scales model checking to larger systems</a:t>
            </a:r>
            <a:endParaRPr dirty="0"/>
          </a:p>
        </p:txBody>
      </p:sp>
      <p:sp>
        <p:nvSpPr>
          <p:cNvPr id="950" name="Google Shape;950;p38"/>
          <p:cNvSpPr/>
          <p:nvPr/>
        </p:nvSpPr>
        <p:spPr>
          <a:xfrm>
            <a:off x="589003" y="830283"/>
            <a:ext cx="77724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rgbClr val="7F7F7F"/>
                </a:solidFill>
                <a:latin typeface="Verdana"/>
                <a:ea typeface="Verdana"/>
                <a:cs typeface="Verdana"/>
                <a:sym typeface="Verdana"/>
              </a:rPr>
              <a:t>Compositional Verification of Critical Systems</a:t>
            </a:r>
            <a:endParaRPr sz="2000" b="1">
              <a:solidFill>
                <a:srgbClr val="7F7F7F"/>
              </a:solidFill>
              <a:latin typeface="Verdana"/>
              <a:ea typeface="Verdana"/>
              <a:cs typeface="Verdana"/>
              <a:sym typeface="Verdana"/>
            </a:endParaRPr>
          </a:p>
        </p:txBody>
      </p:sp>
      <p:pic>
        <p:nvPicPr>
          <p:cNvPr id="951" name="Google Shape;951;p38" descr="http://upload.wikimedia.org/wikipedia/commons/thumb/e/e5/NASA_logo.svg/290px-NASA_logo.svg.png"/>
          <p:cNvPicPr preferRelativeResize="0"/>
          <p:nvPr/>
        </p:nvPicPr>
        <p:blipFill rotWithShape="1">
          <a:blip r:embed="rId4">
            <a:alphaModFix/>
          </a:blip>
          <a:srcRect/>
          <a:stretch/>
        </p:blipFill>
        <p:spPr>
          <a:xfrm>
            <a:off x="7364395" y="1333520"/>
            <a:ext cx="1306570" cy="1112837"/>
          </a:xfrm>
          <a:prstGeom prst="rect">
            <a:avLst/>
          </a:prstGeom>
          <a:noFill/>
          <a:ln>
            <a:noFill/>
          </a:ln>
        </p:spPr>
      </p:pic>
      <p:grpSp>
        <p:nvGrpSpPr>
          <p:cNvPr id="987" name="Google Shape;987;p38"/>
          <p:cNvGrpSpPr/>
          <p:nvPr/>
        </p:nvGrpSpPr>
        <p:grpSpPr>
          <a:xfrm>
            <a:off x="5421276" y="3838342"/>
            <a:ext cx="3276637" cy="2265576"/>
            <a:chOff x="2145684" y="1306945"/>
            <a:chExt cx="4611948" cy="3188855"/>
          </a:xfrm>
        </p:grpSpPr>
        <p:grpSp>
          <p:nvGrpSpPr>
            <p:cNvPr id="988" name="Google Shape;988;p38"/>
            <p:cNvGrpSpPr/>
            <p:nvPr/>
          </p:nvGrpSpPr>
          <p:grpSpPr>
            <a:xfrm flipH="1">
              <a:off x="3200400" y="3152217"/>
              <a:ext cx="2590800" cy="855847"/>
              <a:chOff x="3333844" y="3295554"/>
              <a:chExt cx="2590800" cy="855847"/>
            </a:xfrm>
          </p:grpSpPr>
          <p:cxnSp>
            <p:nvCxnSpPr>
              <p:cNvPr id="989" name="Google Shape;989;p38"/>
              <p:cNvCxnSpPr/>
              <p:nvPr/>
            </p:nvCxnSpPr>
            <p:spPr>
              <a:xfrm rot="10800000">
                <a:off x="3755871" y="3299408"/>
                <a:ext cx="2168773" cy="762000"/>
              </a:xfrm>
              <a:prstGeom prst="straightConnector1">
                <a:avLst/>
              </a:prstGeom>
              <a:noFill/>
              <a:ln w="25400" cap="flat" cmpd="sng">
                <a:solidFill>
                  <a:srgbClr val="FF0000"/>
                </a:solidFill>
                <a:prstDash val="solid"/>
                <a:miter lim="800000"/>
                <a:headEnd type="none" w="sm" len="sm"/>
                <a:tailEnd type="none" w="sm" len="sm"/>
              </a:ln>
            </p:spPr>
          </p:cxnSp>
          <p:cxnSp>
            <p:nvCxnSpPr>
              <p:cNvPr id="990" name="Google Shape;990;p38"/>
              <p:cNvCxnSpPr/>
              <p:nvPr/>
            </p:nvCxnSpPr>
            <p:spPr>
              <a:xfrm rot="10800000">
                <a:off x="3581400" y="3299408"/>
                <a:ext cx="1438324" cy="762002"/>
              </a:xfrm>
              <a:prstGeom prst="straightConnector1">
                <a:avLst/>
              </a:prstGeom>
              <a:noFill/>
              <a:ln w="25400" cap="flat" cmpd="sng">
                <a:solidFill>
                  <a:srgbClr val="FF0000"/>
                </a:solidFill>
                <a:prstDash val="solid"/>
                <a:miter lim="800000"/>
                <a:headEnd type="none" w="sm" len="sm"/>
                <a:tailEnd type="none" w="sm" len="sm"/>
              </a:ln>
            </p:spPr>
          </p:cxnSp>
          <p:cxnSp>
            <p:nvCxnSpPr>
              <p:cNvPr id="991" name="Google Shape;991;p38"/>
              <p:cNvCxnSpPr/>
              <p:nvPr/>
            </p:nvCxnSpPr>
            <p:spPr>
              <a:xfrm rot="10800000">
                <a:off x="3457616" y="3299408"/>
                <a:ext cx="682370" cy="762001"/>
              </a:xfrm>
              <a:prstGeom prst="straightConnector1">
                <a:avLst/>
              </a:prstGeom>
              <a:noFill/>
              <a:ln w="25400" cap="flat" cmpd="sng">
                <a:solidFill>
                  <a:srgbClr val="FF0000"/>
                </a:solidFill>
                <a:prstDash val="solid"/>
                <a:miter lim="800000"/>
                <a:headEnd type="none" w="sm" len="sm"/>
                <a:tailEnd type="none" w="sm" len="sm"/>
              </a:ln>
              <a:effectLst>
                <a:outerShdw blurRad="40000" dist="20000" dir="5400000" rotWithShape="0">
                  <a:srgbClr val="3366FF">
                    <a:alpha val="37647"/>
                  </a:srgbClr>
                </a:outerShdw>
              </a:effectLst>
            </p:spPr>
          </p:cxnSp>
          <p:cxnSp>
            <p:nvCxnSpPr>
              <p:cNvPr id="992" name="Google Shape;992;p38"/>
              <p:cNvCxnSpPr/>
              <p:nvPr/>
            </p:nvCxnSpPr>
            <p:spPr>
              <a:xfrm rot="10800000">
                <a:off x="3333844" y="3295554"/>
                <a:ext cx="0" cy="855847"/>
              </a:xfrm>
              <a:prstGeom prst="straightConnector1">
                <a:avLst/>
              </a:prstGeom>
              <a:noFill/>
              <a:ln w="25400" cap="flat" cmpd="sng">
                <a:solidFill>
                  <a:srgbClr val="FF0000"/>
                </a:solidFill>
                <a:prstDash val="solid"/>
                <a:miter lim="800000"/>
                <a:headEnd type="none" w="sm" len="sm"/>
                <a:tailEnd type="none" w="sm" len="sm"/>
              </a:ln>
            </p:spPr>
          </p:cxnSp>
        </p:grpSp>
        <p:cxnSp>
          <p:nvCxnSpPr>
            <p:cNvPr id="993" name="Google Shape;993;p38"/>
            <p:cNvCxnSpPr/>
            <p:nvPr/>
          </p:nvCxnSpPr>
          <p:spPr>
            <a:xfrm rot="10800000">
              <a:off x="3603471" y="3147008"/>
              <a:ext cx="2168773" cy="762000"/>
            </a:xfrm>
            <a:prstGeom prst="straightConnector1">
              <a:avLst/>
            </a:prstGeom>
            <a:noFill/>
            <a:ln w="25400" cap="flat" cmpd="sng">
              <a:solidFill>
                <a:srgbClr val="0000FF"/>
              </a:solidFill>
              <a:prstDash val="solid"/>
              <a:miter lim="800000"/>
              <a:headEnd type="none" w="sm" len="sm"/>
              <a:tailEnd type="none" w="sm" len="sm"/>
            </a:ln>
          </p:spPr>
        </p:cxnSp>
        <p:cxnSp>
          <p:nvCxnSpPr>
            <p:cNvPr id="994" name="Google Shape;994;p38"/>
            <p:cNvCxnSpPr/>
            <p:nvPr/>
          </p:nvCxnSpPr>
          <p:spPr>
            <a:xfrm rot="10800000">
              <a:off x="3429000" y="3147008"/>
              <a:ext cx="1438324" cy="762002"/>
            </a:xfrm>
            <a:prstGeom prst="straightConnector1">
              <a:avLst/>
            </a:prstGeom>
            <a:noFill/>
            <a:ln w="25400" cap="flat" cmpd="sng">
              <a:solidFill>
                <a:srgbClr val="0000FF"/>
              </a:solidFill>
              <a:prstDash val="solid"/>
              <a:miter lim="800000"/>
              <a:headEnd type="none" w="sm" len="sm"/>
              <a:tailEnd type="none" w="sm" len="sm"/>
            </a:ln>
          </p:spPr>
        </p:cxnSp>
        <p:cxnSp>
          <p:nvCxnSpPr>
            <p:cNvPr id="995" name="Google Shape;995;p38"/>
            <p:cNvCxnSpPr/>
            <p:nvPr/>
          </p:nvCxnSpPr>
          <p:spPr>
            <a:xfrm rot="10800000">
              <a:off x="3305216" y="3147008"/>
              <a:ext cx="682370" cy="762001"/>
            </a:xfrm>
            <a:prstGeom prst="straightConnector1">
              <a:avLst/>
            </a:prstGeom>
            <a:noFill/>
            <a:ln w="25400" cap="flat" cmpd="sng">
              <a:solidFill>
                <a:srgbClr val="0000FF"/>
              </a:solidFill>
              <a:prstDash val="solid"/>
              <a:miter lim="800000"/>
              <a:headEnd type="none" w="sm" len="sm"/>
              <a:tailEnd type="none" w="sm" len="sm"/>
            </a:ln>
            <a:effectLst>
              <a:outerShdw blurRad="40000" dist="20000" dir="5400000" rotWithShape="0">
                <a:srgbClr val="3366FF">
                  <a:alpha val="37647"/>
                </a:srgbClr>
              </a:outerShdw>
            </a:effectLst>
          </p:spPr>
        </p:cxnSp>
        <p:cxnSp>
          <p:nvCxnSpPr>
            <p:cNvPr id="996" name="Google Shape;996;p38"/>
            <p:cNvCxnSpPr/>
            <p:nvPr/>
          </p:nvCxnSpPr>
          <p:spPr>
            <a:xfrm rot="10800000">
              <a:off x="3181444" y="3143154"/>
              <a:ext cx="0" cy="855847"/>
            </a:xfrm>
            <a:prstGeom prst="straightConnector1">
              <a:avLst/>
            </a:prstGeom>
            <a:noFill/>
            <a:ln w="25400" cap="flat" cmpd="sng">
              <a:solidFill>
                <a:srgbClr val="0000FF"/>
              </a:solidFill>
              <a:prstDash val="solid"/>
              <a:miter lim="800000"/>
              <a:headEnd type="none" w="sm" len="sm"/>
              <a:tailEnd type="none" w="sm" len="sm"/>
            </a:ln>
          </p:spPr>
        </p:cxnSp>
        <p:sp>
          <p:nvSpPr>
            <p:cNvPr id="997" name="Google Shape;997;p38"/>
            <p:cNvSpPr/>
            <p:nvPr/>
          </p:nvSpPr>
          <p:spPr>
            <a:xfrm>
              <a:off x="3276600" y="1306945"/>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998" name="Google Shape;998;p38"/>
            <p:cNvSpPr/>
            <p:nvPr/>
          </p:nvSpPr>
          <p:spPr>
            <a:xfrm>
              <a:off x="4495800" y="1306945"/>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999" name="Google Shape;999;p38"/>
            <p:cNvSpPr/>
            <p:nvPr/>
          </p:nvSpPr>
          <p:spPr>
            <a:xfrm>
              <a:off x="2145684" y="1828800"/>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1000" name="Google Shape;1000;p38"/>
            <p:cNvSpPr/>
            <p:nvPr/>
          </p:nvSpPr>
          <p:spPr>
            <a:xfrm>
              <a:off x="5626716" y="1837961"/>
              <a:ext cx="1130916" cy="392263"/>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FCC</a:t>
              </a:r>
              <a:endParaRPr sz="700">
                <a:solidFill>
                  <a:schemeClr val="dk1"/>
                </a:solidFill>
                <a:latin typeface="Arial"/>
                <a:ea typeface="Arial"/>
                <a:cs typeface="Arial"/>
                <a:sym typeface="Arial"/>
              </a:endParaRPr>
            </a:p>
          </p:txBody>
        </p:sp>
        <p:sp>
          <p:nvSpPr>
            <p:cNvPr id="1001" name="Google Shape;1001;p38"/>
            <p:cNvSpPr/>
            <p:nvPr/>
          </p:nvSpPr>
          <p:spPr>
            <a:xfrm>
              <a:off x="2934678" y="3847300"/>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sp>
          <p:nvSpPr>
            <p:cNvPr id="1002" name="Google Shape;1002;p38"/>
            <p:cNvSpPr/>
            <p:nvPr/>
          </p:nvSpPr>
          <p:spPr>
            <a:xfrm>
              <a:off x="3745884" y="3845499"/>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sp>
          <p:nvSpPr>
            <p:cNvPr id="1003" name="Google Shape;1003;p38"/>
            <p:cNvSpPr/>
            <p:nvPr/>
          </p:nvSpPr>
          <p:spPr>
            <a:xfrm>
              <a:off x="4572000" y="3847300"/>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sp>
          <p:nvSpPr>
            <p:cNvPr id="1004" name="Google Shape;1004;p38"/>
            <p:cNvSpPr/>
            <p:nvPr/>
          </p:nvSpPr>
          <p:spPr>
            <a:xfrm>
              <a:off x="5410200" y="3845499"/>
              <a:ext cx="597516" cy="6485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DaC</a:t>
              </a:r>
              <a:endParaRPr/>
            </a:p>
          </p:txBody>
        </p:sp>
        <p:cxnSp>
          <p:nvCxnSpPr>
            <p:cNvPr id="1005" name="Google Shape;1005;p38"/>
            <p:cNvCxnSpPr/>
            <p:nvPr/>
          </p:nvCxnSpPr>
          <p:spPr>
            <a:xfrm>
              <a:off x="3276600" y="1981200"/>
              <a:ext cx="1784658" cy="762000"/>
            </a:xfrm>
            <a:prstGeom prst="straightConnector1">
              <a:avLst/>
            </a:prstGeom>
            <a:noFill/>
            <a:ln w="25400" cap="flat" cmpd="sng">
              <a:solidFill>
                <a:srgbClr val="FF0000"/>
              </a:solidFill>
              <a:prstDash val="solid"/>
              <a:miter lim="800000"/>
              <a:headEnd type="none" w="sm" len="sm"/>
              <a:tailEnd type="none" w="sm" len="sm"/>
            </a:ln>
          </p:spPr>
        </p:cxnSp>
        <p:cxnSp>
          <p:nvCxnSpPr>
            <p:cNvPr id="1006" name="Google Shape;1006;p38"/>
            <p:cNvCxnSpPr/>
            <p:nvPr/>
          </p:nvCxnSpPr>
          <p:spPr>
            <a:xfrm>
              <a:off x="3603471" y="1699208"/>
              <a:ext cx="1578129" cy="887917"/>
            </a:xfrm>
            <a:prstGeom prst="straightConnector1">
              <a:avLst/>
            </a:prstGeom>
            <a:noFill/>
            <a:ln w="25400" cap="flat" cmpd="sng">
              <a:solidFill>
                <a:srgbClr val="FF0000"/>
              </a:solidFill>
              <a:prstDash val="solid"/>
              <a:miter lim="800000"/>
              <a:headEnd type="none" w="sm" len="sm"/>
              <a:tailEnd type="none" w="sm" len="sm"/>
            </a:ln>
          </p:spPr>
        </p:cxnSp>
        <p:cxnSp>
          <p:nvCxnSpPr>
            <p:cNvPr id="1007" name="Google Shape;1007;p38"/>
            <p:cNvCxnSpPr/>
            <p:nvPr/>
          </p:nvCxnSpPr>
          <p:spPr>
            <a:xfrm>
              <a:off x="5257800" y="1699208"/>
              <a:ext cx="152400" cy="887917"/>
            </a:xfrm>
            <a:prstGeom prst="straightConnector1">
              <a:avLst/>
            </a:prstGeom>
            <a:noFill/>
            <a:ln w="25400" cap="flat" cmpd="sng">
              <a:solidFill>
                <a:srgbClr val="FF0000"/>
              </a:solidFill>
              <a:prstDash val="solid"/>
              <a:miter lim="800000"/>
              <a:headEnd type="none" w="sm" len="sm"/>
              <a:tailEnd type="none" w="sm" len="sm"/>
            </a:ln>
          </p:spPr>
        </p:cxnSp>
        <p:cxnSp>
          <p:nvCxnSpPr>
            <p:cNvPr id="1008" name="Google Shape;1008;p38"/>
            <p:cNvCxnSpPr/>
            <p:nvPr/>
          </p:nvCxnSpPr>
          <p:spPr>
            <a:xfrm flipH="1">
              <a:off x="5626716" y="2221063"/>
              <a:ext cx="240684" cy="366062"/>
            </a:xfrm>
            <a:prstGeom prst="straightConnector1">
              <a:avLst/>
            </a:prstGeom>
            <a:noFill/>
            <a:ln w="25400" cap="flat" cmpd="sng">
              <a:solidFill>
                <a:srgbClr val="FF0000"/>
              </a:solidFill>
              <a:prstDash val="solid"/>
              <a:miter lim="800000"/>
              <a:headEnd type="none" w="sm" len="sm"/>
              <a:tailEnd type="none" w="sm" len="sm"/>
            </a:ln>
          </p:spPr>
        </p:cxnSp>
        <p:cxnSp>
          <p:nvCxnSpPr>
            <p:cNvPr id="1009" name="Google Shape;1009;p38"/>
            <p:cNvCxnSpPr/>
            <p:nvPr/>
          </p:nvCxnSpPr>
          <p:spPr>
            <a:xfrm flipH="1">
              <a:off x="3835186" y="1977346"/>
              <a:ext cx="1784658" cy="762000"/>
            </a:xfrm>
            <a:prstGeom prst="straightConnector1">
              <a:avLst/>
            </a:prstGeom>
            <a:noFill/>
            <a:ln w="25400" cap="flat" cmpd="sng">
              <a:solidFill>
                <a:srgbClr val="0000FF"/>
              </a:solidFill>
              <a:prstDash val="solid"/>
              <a:miter lim="800000"/>
              <a:headEnd type="none" w="sm" len="sm"/>
              <a:tailEnd type="none" w="sm" len="sm"/>
            </a:ln>
          </p:spPr>
        </p:cxnSp>
        <p:cxnSp>
          <p:nvCxnSpPr>
            <p:cNvPr id="1010" name="Google Shape;1010;p38"/>
            <p:cNvCxnSpPr/>
            <p:nvPr/>
          </p:nvCxnSpPr>
          <p:spPr>
            <a:xfrm flipH="1">
              <a:off x="3714844" y="1695354"/>
              <a:ext cx="1578129" cy="887917"/>
            </a:xfrm>
            <a:prstGeom prst="straightConnector1">
              <a:avLst/>
            </a:prstGeom>
            <a:noFill/>
            <a:ln w="25400" cap="flat" cmpd="sng">
              <a:solidFill>
                <a:srgbClr val="0000FF"/>
              </a:solidFill>
              <a:prstDash val="solid"/>
              <a:miter lim="800000"/>
              <a:headEnd type="none" w="sm" len="sm"/>
              <a:tailEnd type="none" w="sm" len="sm"/>
            </a:ln>
          </p:spPr>
        </p:cxnSp>
        <p:cxnSp>
          <p:nvCxnSpPr>
            <p:cNvPr id="1011" name="Google Shape;1011;p38"/>
            <p:cNvCxnSpPr/>
            <p:nvPr/>
          </p:nvCxnSpPr>
          <p:spPr>
            <a:xfrm flipH="1">
              <a:off x="3486244" y="1695354"/>
              <a:ext cx="152400" cy="887917"/>
            </a:xfrm>
            <a:prstGeom prst="straightConnector1">
              <a:avLst/>
            </a:prstGeom>
            <a:noFill/>
            <a:ln w="25400" cap="flat" cmpd="sng">
              <a:solidFill>
                <a:srgbClr val="0000FF"/>
              </a:solidFill>
              <a:prstDash val="solid"/>
              <a:miter lim="800000"/>
              <a:headEnd type="none" w="sm" len="sm"/>
              <a:tailEnd type="none" w="sm" len="sm"/>
            </a:ln>
            <a:effectLst>
              <a:outerShdw blurRad="40000" dist="20000" dir="5400000" rotWithShape="0">
                <a:srgbClr val="3366FF">
                  <a:alpha val="37647"/>
                </a:srgbClr>
              </a:outerShdw>
            </a:effectLst>
          </p:spPr>
        </p:cxnSp>
        <p:cxnSp>
          <p:nvCxnSpPr>
            <p:cNvPr id="1012" name="Google Shape;1012;p38"/>
            <p:cNvCxnSpPr/>
            <p:nvPr/>
          </p:nvCxnSpPr>
          <p:spPr>
            <a:xfrm>
              <a:off x="3029044" y="2217209"/>
              <a:ext cx="240684" cy="366062"/>
            </a:xfrm>
            <a:prstGeom prst="straightConnector1">
              <a:avLst/>
            </a:prstGeom>
            <a:noFill/>
            <a:ln w="25400" cap="flat" cmpd="sng">
              <a:solidFill>
                <a:srgbClr val="0000FF"/>
              </a:solidFill>
              <a:prstDash val="solid"/>
              <a:miter lim="800000"/>
              <a:headEnd type="none" w="sm" len="sm"/>
              <a:tailEnd type="none" w="sm" len="sm"/>
            </a:ln>
          </p:spPr>
        </p:cxnSp>
        <p:sp>
          <p:nvSpPr>
            <p:cNvPr id="1013" name="Google Shape;1013;p38"/>
            <p:cNvSpPr/>
            <p:nvPr/>
          </p:nvSpPr>
          <p:spPr>
            <a:xfrm>
              <a:off x="5061258" y="2438400"/>
              <a:ext cx="1130916" cy="8009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AFDX </a:t>
              </a:r>
              <a:r>
                <a:rPr lang="en-US" sz="1000">
                  <a:solidFill>
                    <a:schemeClr val="dk1"/>
                  </a:solidFill>
                  <a:latin typeface="Arial"/>
                  <a:ea typeface="Arial"/>
                  <a:cs typeface="Arial"/>
                  <a:sym typeface="Arial"/>
                </a:rPr>
                <a:t>or</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TTE</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Switch</a:t>
              </a:r>
              <a:endParaRPr sz="1100" b="1">
                <a:solidFill>
                  <a:schemeClr val="dk1"/>
                </a:solidFill>
                <a:latin typeface="Arial"/>
                <a:ea typeface="Arial"/>
                <a:cs typeface="Arial"/>
                <a:sym typeface="Arial"/>
              </a:endParaRPr>
            </a:p>
          </p:txBody>
        </p:sp>
        <p:sp>
          <p:nvSpPr>
            <p:cNvPr id="1014" name="Google Shape;1014;p38"/>
            <p:cNvSpPr/>
            <p:nvPr/>
          </p:nvSpPr>
          <p:spPr>
            <a:xfrm>
              <a:off x="2755284" y="2438400"/>
              <a:ext cx="1130916" cy="800900"/>
            </a:xfrm>
            <a:custGeom>
              <a:avLst/>
              <a:gdLst/>
              <a:ahLst/>
              <a:cxnLst/>
              <a:rect l="l" t="t" r="r" b="b"/>
              <a:pathLst>
                <a:path w="839799" h="647038" extrusionOk="0">
                  <a:moveTo>
                    <a:pt x="0" y="647038"/>
                  </a:moveTo>
                  <a:lnTo>
                    <a:pt x="839799" y="647038"/>
                  </a:lnTo>
                  <a:lnTo>
                    <a:pt x="839799" y="0"/>
                  </a:lnTo>
                  <a:lnTo>
                    <a:pt x="0" y="0"/>
                  </a:lnTo>
                  <a:lnTo>
                    <a:pt x="0" y="64703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100" b="1">
                  <a:solidFill>
                    <a:schemeClr val="dk1"/>
                  </a:solidFill>
                  <a:latin typeface="Arial"/>
                  <a:ea typeface="Arial"/>
                  <a:cs typeface="Arial"/>
                  <a:sym typeface="Arial"/>
                </a:rPr>
                <a:t>AFDX </a:t>
              </a:r>
              <a:r>
                <a:rPr lang="en-US" sz="1000">
                  <a:solidFill>
                    <a:schemeClr val="dk1"/>
                  </a:solidFill>
                  <a:latin typeface="Arial"/>
                  <a:ea typeface="Arial"/>
                  <a:cs typeface="Arial"/>
                  <a:sym typeface="Arial"/>
                </a:rPr>
                <a:t>or</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TTE</a:t>
              </a:r>
              <a:endParaRPr/>
            </a:p>
            <a:p>
              <a:pPr marL="0" marR="0" lvl="0" indent="0" algn="ctr" rtl="0">
                <a:spcBef>
                  <a:spcPts val="0"/>
                </a:spcBef>
                <a:spcAft>
                  <a:spcPts val="0"/>
                </a:spcAft>
                <a:buNone/>
              </a:pPr>
              <a:r>
                <a:rPr lang="en-US" sz="1000" b="1">
                  <a:solidFill>
                    <a:schemeClr val="dk1"/>
                  </a:solidFill>
                  <a:latin typeface="Arial"/>
                  <a:ea typeface="Arial"/>
                  <a:cs typeface="Arial"/>
                  <a:sym typeface="Arial"/>
                </a:rPr>
                <a:t>Switch</a:t>
              </a:r>
              <a:endParaRPr sz="1100" b="1">
                <a:solidFill>
                  <a:schemeClr val="dk1"/>
                </a:solidFill>
                <a:latin typeface="Arial"/>
                <a:ea typeface="Arial"/>
                <a:cs typeface="Arial"/>
                <a:sym typeface="Arial"/>
              </a:endParaRPr>
            </a:p>
          </p:txBody>
        </p:sp>
      </p:grpSp>
      <p:pic>
        <p:nvPicPr>
          <p:cNvPr id="1015" name="Google Shape;1015;p38" descr="C:\Documents and Settings\ddcofer\My Documents\Projects\hacms\logos\UMN-v2.png"/>
          <p:cNvPicPr preferRelativeResize="0"/>
          <p:nvPr/>
        </p:nvPicPr>
        <p:blipFill rotWithShape="1">
          <a:blip r:embed="rId5">
            <a:alphaModFix/>
          </a:blip>
          <a:srcRect/>
          <a:stretch/>
        </p:blipFill>
        <p:spPr>
          <a:xfrm>
            <a:off x="6107095" y="1714520"/>
            <a:ext cx="952500" cy="624302"/>
          </a:xfrm>
          <a:prstGeom prst="rect">
            <a:avLst/>
          </a:prstGeom>
          <a:noFill/>
          <a:ln>
            <a:noFill/>
          </a:ln>
        </p:spPr>
      </p:pic>
      <p:sp>
        <p:nvSpPr>
          <p:cNvPr id="1016" name="Google Shape;1016;p38"/>
          <p:cNvSpPr/>
          <p:nvPr/>
        </p:nvSpPr>
        <p:spPr>
          <a:xfrm>
            <a:off x="5013365" y="3162320"/>
            <a:ext cx="3657600" cy="533400"/>
          </a:xfrm>
          <a:prstGeom prst="rect">
            <a:avLst/>
          </a:prstGeom>
          <a:solidFill>
            <a:srgbClr val="869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Example system: Quad-redundant flight control system provided by NASA</a:t>
            </a:r>
            <a:endParaRPr sz="1200" b="1">
              <a:solidFill>
                <a:schemeClr val="lt1"/>
              </a:solidFill>
              <a:latin typeface="Arial"/>
              <a:ea typeface="Arial"/>
              <a:cs typeface="Arial"/>
              <a:sym typeface="Arial"/>
            </a:endParaRPr>
          </a:p>
        </p:txBody>
      </p:sp>
      <p:sp>
        <p:nvSpPr>
          <p:cNvPr id="1017" name="Google Shape;1017;p38"/>
          <p:cNvSpPr/>
          <p:nvPr/>
        </p:nvSpPr>
        <p:spPr>
          <a:xfrm rot="-6180069" flipH="1">
            <a:off x="5834682" y="3083091"/>
            <a:ext cx="1116616" cy="1116616"/>
          </a:xfrm>
          <a:custGeom>
            <a:avLst/>
            <a:gdLst/>
            <a:ahLst/>
            <a:cxnLst/>
            <a:rect l="l" t="t" r="r" b="b"/>
            <a:pathLst>
              <a:path w="120000" h="120000" extrusionOk="0">
                <a:moveTo>
                  <a:pt x="52002" y="10864"/>
                </a:moveTo>
                <a:lnTo>
                  <a:pt x="52002" y="10864"/>
                </a:lnTo>
                <a:cubicBezTo>
                  <a:pt x="67141" y="8400"/>
                  <a:pt x="82572" y="13052"/>
                  <a:pt x="93826" y="23475"/>
                </a:cubicBezTo>
                <a:lnTo>
                  <a:pt x="102360" y="18435"/>
                </a:lnTo>
                <a:lnTo>
                  <a:pt x="97611" y="37788"/>
                </a:lnTo>
                <a:lnTo>
                  <a:pt x="74255" y="35033"/>
                </a:lnTo>
                <a:lnTo>
                  <a:pt x="82694" y="30049"/>
                </a:lnTo>
                <a:lnTo>
                  <a:pt x="82694" y="30049"/>
                </a:lnTo>
                <a:cubicBezTo>
                  <a:pt x="74497" y="23838"/>
                  <a:pt x="64113" y="21258"/>
                  <a:pt x="53963" y="22911"/>
                </a:cubicBezTo>
                <a:close/>
              </a:path>
            </a:pathLst>
          </a:custGeom>
          <a:solidFill>
            <a:srgbClr val="869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018" name="Google Shape;1018;p38"/>
          <p:cNvSpPr/>
          <p:nvPr/>
        </p:nvSpPr>
        <p:spPr>
          <a:xfrm>
            <a:off x="5181600" y="3200400"/>
            <a:ext cx="3962400" cy="3155950"/>
          </a:xfrm>
          <a:prstGeom prst="ellipse">
            <a:avLst/>
          </a:prstGeom>
          <a:noFill/>
          <a:ln w="38100"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 name="TextBox 73"/>
          <p:cNvSpPr txBox="1"/>
          <p:nvPr/>
        </p:nvSpPr>
        <p:spPr>
          <a:xfrm>
            <a:off x="228600" y="6596743"/>
            <a:ext cx="2752677" cy="307777"/>
          </a:xfrm>
          <a:prstGeom prst="rect">
            <a:avLst/>
          </a:prstGeom>
          <a:noFill/>
        </p:spPr>
        <p:txBody>
          <a:bodyPr wrap="none" rtlCol="0">
            <a:spAutoFit/>
          </a:bodyPr>
          <a:lstStyle/>
          <a:p>
            <a:r>
              <a:rPr lang="de-DE" dirty="0" smtClean="0"/>
              <a:t>Adapted from Collins Aerospace</a:t>
            </a:r>
            <a:endParaRPr lang="en-US" dirty="0"/>
          </a:p>
        </p:txBody>
      </p:sp>
      <p:grpSp>
        <p:nvGrpSpPr>
          <p:cNvPr id="75" name="Google Shape;799;p36"/>
          <p:cNvGrpSpPr/>
          <p:nvPr/>
        </p:nvGrpSpPr>
        <p:grpSpPr>
          <a:xfrm>
            <a:off x="890290" y="4093705"/>
            <a:ext cx="3973474" cy="1771543"/>
            <a:chOff x="4038581" y="3886200"/>
            <a:chExt cx="4800620" cy="2140321"/>
          </a:xfrm>
        </p:grpSpPr>
        <p:sp>
          <p:nvSpPr>
            <p:cNvPr id="76" name="Google Shape;800;p36"/>
            <p:cNvSpPr/>
            <p:nvPr/>
          </p:nvSpPr>
          <p:spPr>
            <a:xfrm>
              <a:off x="4038600" y="3886200"/>
              <a:ext cx="4800600" cy="2133600"/>
            </a:xfrm>
            <a:prstGeom prst="rect">
              <a:avLst/>
            </a:prstGeom>
            <a:solidFill>
              <a:schemeClr val="lt1"/>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cxnSp>
          <p:nvCxnSpPr>
            <p:cNvPr id="77" name="Google Shape;801;p36"/>
            <p:cNvCxnSpPr>
              <a:stCxn id="91" idx="0"/>
              <a:endCxn id="106" idx="3"/>
            </p:cNvCxnSpPr>
            <p:nvPr/>
          </p:nvCxnSpPr>
          <p:spPr>
            <a:xfrm>
              <a:off x="4090988" y="4279900"/>
              <a:ext cx="357000" cy="3300"/>
            </a:xfrm>
            <a:prstGeom prst="straightConnector1">
              <a:avLst/>
            </a:prstGeom>
            <a:noFill/>
            <a:ln w="9525" cap="flat" cmpd="sng">
              <a:solidFill>
                <a:schemeClr val="dk1"/>
              </a:solidFill>
              <a:prstDash val="solid"/>
              <a:round/>
              <a:headEnd type="none" w="sm" len="sm"/>
              <a:tailEnd type="none" w="sm" len="sm"/>
            </a:ln>
          </p:spPr>
        </p:cxnSp>
        <p:cxnSp>
          <p:nvCxnSpPr>
            <p:cNvPr id="78" name="Google Shape;804;p36"/>
            <p:cNvCxnSpPr>
              <a:stCxn id="108" idx="0"/>
              <a:endCxn id="101" idx="3"/>
            </p:cNvCxnSpPr>
            <p:nvPr/>
          </p:nvCxnSpPr>
          <p:spPr>
            <a:xfrm>
              <a:off x="5562600" y="4283075"/>
              <a:ext cx="333600" cy="1125300"/>
            </a:xfrm>
            <a:prstGeom prst="bentConnector3">
              <a:avLst>
                <a:gd name="adj1" fmla="val 33450"/>
              </a:avLst>
            </a:prstGeom>
            <a:noFill/>
            <a:ln w="9525" cap="flat" cmpd="sng">
              <a:solidFill>
                <a:schemeClr val="dk1"/>
              </a:solidFill>
              <a:prstDash val="solid"/>
              <a:round/>
              <a:headEnd type="none" w="sm" len="sm"/>
              <a:tailEnd type="none" w="sm" len="sm"/>
            </a:ln>
          </p:spPr>
        </p:cxnSp>
        <p:cxnSp>
          <p:nvCxnSpPr>
            <p:cNvPr id="79" name="Google Shape;807;p36"/>
            <p:cNvCxnSpPr>
              <a:stCxn id="103" idx="0"/>
              <a:endCxn id="94" idx="3"/>
            </p:cNvCxnSpPr>
            <p:nvPr/>
          </p:nvCxnSpPr>
          <p:spPr>
            <a:xfrm rot="10800000" flipH="1">
              <a:off x="7010400" y="4487013"/>
              <a:ext cx="381000" cy="921600"/>
            </a:xfrm>
            <a:prstGeom prst="bentConnector3">
              <a:avLst>
                <a:gd name="adj1" fmla="val 34028"/>
              </a:avLst>
            </a:prstGeom>
            <a:noFill/>
            <a:ln w="9525" cap="flat" cmpd="sng">
              <a:solidFill>
                <a:schemeClr val="dk1"/>
              </a:solidFill>
              <a:prstDash val="solid"/>
              <a:round/>
              <a:headEnd type="none" w="sm" len="sm"/>
              <a:tailEnd type="none" w="sm" len="sm"/>
            </a:ln>
          </p:spPr>
        </p:cxnSp>
        <p:cxnSp>
          <p:nvCxnSpPr>
            <p:cNvPr id="80" name="Google Shape;810;p36"/>
            <p:cNvCxnSpPr>
              <a:stCxn id="108" idx="0"/>
              <a:endCxn id="96" idx="3"/>
            </p:cNvCxnSpPr>
            <p:nvPr/>
          </p:nvCxnSpPr>
          <p:spPr>
            <a:xfrm rot="10800000" flipH="1">
              <a:off x="5562600" y="4282475"/>
              <a:ext cx="1828800" cy="600"/>
            </a:xfrm>
            <a:prstGeom prst="straightConnector1">
              <a:avLst/>
            </a:prstGeom>
            <a:noFill/>
            <a:ln w="9525" cap="flat" cmpd="sng">
              <a:solidFill>
                <a:schemeClr val="dk1"/>
              </a:solidFill>
              <a:prstDash val="solid"/>
              <a:round/>
              <a:headEnd type="none" w="sm" len="sm"/>
              <a:tailEnd type="none" w="sm" len="sm"/>
            </a:ln>
          </p:spPr>
        </p:cxnSp>
        <p:cxnSp>
          <p:nvCxnSpPr>
            <p:cNvPr id="81" name="Google Shape;812;p36"/>
            <p:cNvCxnSpPr>
              <a:stCxn id="98" idx="0"/>
              <a:endCxn id="85" idx="3"/>
            </p:cNvCxnSpPr>
            <p:nvPr/>
          </p:nvCxnSpPr>
          <p:spPr>
            <a:xfrm>
              <a:off x="8504238" y="4384675"/>
              <a:ext cx="282600" cy="0"/>
            </a:xfrm>
            <a:prstGeom prst="straightConnector1">
              <a:avLst/>
            </a:prstGeom>
            <a:noFill/>
            <a:ln w="9525" cap="flat" cmpd="sng">
              <a:solidFill>
                <a:schemeClr val="dk1"/>
              </a:solidFill>
              <a:prstDash val="solid"/>
              <a:round/>
              <a:headEnd type="none" w="sm" len="sm"/>
              <a:tailEnd type="none" w="sm" len="sm"/>
            </a:ln>
          </p:spPr>
        </p:cxnSp>
        <p:grpSp>
          <p:nvGrpSpPr>
            <p:cNvPr id="82" name="Google Shape;815;p36"/>
            <p:cNvGrpSpPr/>
            <p:nvPr/>
          </p:nvGrpSpPr>
          <p:grpSpPr>
            <a:xfrm>
              <a:off x="4448156" y="3975100"/>
              <a:ext cx="1114445" cy="614363"/>
              <a:chOff x="3800456" y="4076700"/>
              <a:chExt cx="1114445" cy="614363"/>
            </a:xfrm>
          </p:grpSpPr>
          <p:sp>
            <p:nvSpPr>
              <p:cNvPr id="105" name="Google Shape;816;p36"/>
              <p:cNvSpPr/>
              <p:nvPr/>
            </p:nvSpPr>
            <p:spPr>
              <a:xfrm>
                <a:off x="3800475" y="4076700"/>
                <a:ext cx="1114425" cy="614363"/>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A</a:t>
                </a:r>
                <a:endParaRPr/>
              </a:p>
            </p:txBody>
          </p:sp>
          <p:sp>
            <p:nvSpPr>
              <p:cNvPr id="106" name="Google Shape;803;p36"/>
              <p:cNvSpPr/>
              <p:nvPr/>
            </p:nvSpPr>
            <p:spPr>
              <a:xfrm rot="5400000">
                <a:off x="3801269" y="4358481"/>
                <a:ext cx="50800"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817;p36"/>
              <p:cNvSpPr txBox="1"/>
              <p:nvPr/>
            </p:nvSpPr>
            <p:spPr>
              <a:xfrm>
                <a:off x="3800456" y="4371969"/>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108" name="Google Shape;805;p36"/>
              <p:cNvSpPr/>
              <p:nvPr/>
            </p:nvSpPr>
            <p:spPr>
              <a:xfrm rot="5400000">
                <a:off x="4862513" y="4357687"/>
                <a:ext cx="50800" cy="53975"/>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818;p36"/>
              <p:cNvSpPr txBox="1"/>
              <p:nvPr/>
            </p:nvSpPr>
            <p:spPr>
              <a:xfrm>
                <a:off x="4860913" y="4371963"/>
                <a:ext cx="26987"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grpSp>
          <p:nvGrpSpPr>
            <p:cNvPr id="83" name="Google Shape;819;p36"/>
            <p:cNvGrpSpPr/>
            <p:nvPr/>
          </p:nvGrpSpPr>
          <p:grpSpPr>
            <a:xfrm>
              <a:off x="5884862" y="5075238"/>
              <a:ext cx="1125538" cy="614362"/>
              <a:chOff x="5486400" y="5075238"/>
              <a:chExt cx="1125538" cy="614362"/>
            </a:xfrm>
          </p:grpSpPr>
          <p:sp>
            <p:nvSpPr>
              <p:cNvPr id="100" name="Google Shape;820;p36"/>
              <p:cNvSpPr/>
              <p:nvPr/>
            </p:nvSpPr>
            <p:spPr>
              <a:xfrm>
                <a:off x="5486400" y="5075238"/>
                <a:ext cx="1114425" cy="61436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B</a:t>
                </a:r>
                <a:endParaRPr/>
              </a:p>
            </p:txBody>
          </p:sp>
          <p:sp>
            <p:nvSpPr>
              <p:cNvPr id="101" name="Google Shape;806;p36"/>
              <p:cNvSpPr/>
              <p:nvPr/>
            </p:nvSpPr>
            <p:spPr>
              <a:xfrm rot="5400000">
                <a:off x="5498307" y="5382419"/>
                <a:ext cx="50800" cy="52387"/>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821;p36"/>
              <p:cNvSpPr txBox="1"/>
              <p:nvPr/>
            </p:nvSpPr>
            <p:spPr>
              <a:xfrm>
                <a:off x="5497507" y="5395893"/>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103" name="Google Shape;808;p36"/>
              <p:cNvSpPr/>
              <p:nvPr/>
            </p:nvSpPr>
            <p:spPr>
              <a:xfrm rot="5400000">
                <a:off x="6559551" y="5381625"/>
                <a:ext cx="50800" cy="53975"/>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822;p36"/>
              <p:cNvSpPr txBox="1"/>
              <p:nvPr/>
            </p:nvSpPr>
            <p:spPr>
              <a:xfrm>
                <a:off x="6557963" y="5395913"/>
                <a:ext cx="26987"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grpSp>
          <p:nvGrpSpPr>
            <p:cNvPr id="84" name="Google Shape;823;p36"/>
            <p:cNvGrpSpPr/>
            <p:nvPr/>
          </p:nvGrpSpPr>
          <p:grpSpPr>
            <a:xfrm>
              <a:off x="7391399" y="4051300"/>
              <a:ext cx="1112839" cy="614363"/>
              <a:chOff x="7248524" y="4051300"/>
              <a:chExt cx="1112839" cy="614363"/>
            </a:xfrm>
          </p:grpSpPr>
          <p:sp>
            <p:nvSpPr>
              <p:cNvPr id="93" name="Google Shape;824;p36"/>
              <p:cNvSpPr/>
              <p:nvPr/>
            </p:nvSpPr>
            <p:spPr>
              <a:xfrm>
                <a:off x="7248525" y="4051300"/>
                <a:ext cx="1112838" cy="614363"/>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C</a:t>
                </a:r>
                <a:endParaRPr/>
              </a:p>
            </p:txBody>
          </p:sp>
          <p:sp>
            <p:nvSpPr>
              <p:cNvPr id="94" name="Google Shape;809;p36"/>
              <p:cNvSpPr/>
              <p:nvPr/>
            </p:nvSpPr>
            <p:spPr>
              <a:xfrm rot="5400000">
                <a:off x="7248525" y="4460875"/>
                <a:ext cx="52388"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825;p36"/>
              <p:cNvSpPr txBox="1"/>
              <p:nvPr/>
            </p:nvSpPr>
            <p:spPr>
              <a:xfrm>
                <a:off x="7248525" y="4473972"/>
                <a:ext cx="26194" cy="2619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96" name="Google Shape;811;p36"/>
              <p:cNvSpPr/>
              <p:nvPr/>
            </p:nvSpPr>
            <p:spPr>
              <a:xfrm rot="5400000">
                <a:off x="7248525" y="4256088"/>
                <a:ext cx="52387"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826;p36"/>
              <p:cNvSpPr txBox="1"/>
              <p:nvPr/>
            </p:nvSpPr>
            <p:spPr>
              <a:xfrm>
                <a:off x="7248524" y="4269172"/>
                <a:ext cx="26194" cy="2619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98" name="Google Shape;813;p36"/>
              <p:cNvSpPr/>
              <p:nvPr/>
            </p:nvSpPr>
            <p:spPr>
              <a:xfrm rot="5400000">
                <a:off x="8309769" y="4358481"/>
                <a:ext cx="50800"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827;p36"/>
              <p:cNvSpPr txBox="1"/>
              <p:nvPr/>
            </p:nvSpPr>
            <p:spPr>
              <a:xfrm>
                <a:off x="8308956" y="4371969"/>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sp>
          <p:nvSpPr>
            <p:cNvPr id="85" name="Google Shape;814;p36"/>
            <p:cNvSpPr/>
            <p:nvPr/>
          </p:nvSpPr>
          <p:spPr>
            <a:xfrm rot="5400000">
              <a:off x="8787607" y="4358481"/>
              <a:ext cx="50800" cy="52387"/>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28;p36"/>
            <p:cNvSpPr txBox="1"/>
            <p:nvPr/>
          </p:nvSpPr>
          <p:spPr>
            <a:xfrm>
              <a:off x="8786806" y="4371968"/>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87" name="Google Shape;829;p36"/>
            <p:cNvSpPr txBox="1"/>
            <p:nvPr/>
          </p:nvSpPr>
          <p:spPr>
            <a:xfrm>
              <a:off x="4227513" y="4571999"/>
              <a:ext cx="1639889" cy="3718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Input &lt; 20</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&lt; 2*Input</a:t>
              </a:r>
              <a:endParaRPr/>
            </a:p>
          </p:txBody>
        </p:sp>
        <p:sp>
          <p:nvSpPr>
            <p:cNvPr id="88" name="Google Shape;830;p36"/>
            <p:cNvSpPr txBox="1"/>
            <p:nvPr/>
          </p:nvSpPr>
          <p:spPr>
            <a:xfrm>
              <a:off x="5724523" y="5654675"/>
              <a:ext cx="1743075" cy="3718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Input &lt; 20</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&lt; Input + 15</a:t>
              </a:r>
              <a:endParaRPr/>
            </a:p>
          </p:txBody>
        </p:sp>
        <p:sp>
          <p:nvSpPr>
            <p:cNvPr id="89" name="Google Shape;831;p36"/>
            <p:cNvSpPr txBox="1"/>
            <p:nvPr/>
          </p:nvSpPr>
          <p:spPr>
            <a:xfrm>
              <a:off x="7300913" y="4648200"/>
              <a:ext cx="1538287" cy="5019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none</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 Input1 + Input2</a:t>
              </a:r>
              <a:endParaRPr/>
            </a:p>
          </p:txBody>
        </p:sp>
        <p:sp>
          <p:nvSpPr>
            <p:cNvPr id="90" name="Google Shape;832;p36"/>
            <p:cNvSpPr txBox="1"/>
            <p:nvPr/>
          </p:nvSpPr>
          <p:spPr>
            <a:xfrm>
              <a:off x="7443790" y="5650467"/>
              <a:ext cx="1395411" cy="371846"/>
            </a:xfrm>
            <a:prstGeom prst="rect">
              <a:avLst/>
            </a:prstGeom>
            <a:noFill/>
            <a:ln w="19050"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Assumption: Input &lt; 10</a:t>
              </a:r>
              <a:endParaRPr/>
            </a:p>
            <a:p>
              <a:pPr marL="0" marR="0" lvl="0" indent="0" algn="l" rtl="0">
                <a:spcBef>
                  <a:spcPts val="0"/>
                </a:spcBef>
                <a:spcAft>
                  <a:spcPts val="0"/>
                </a:spcAft>
                <a:buNone/>
              </a:pPr>
              <a:r>
                <a:rPr lang="en-US" sz="700">
                  <a:solidFill>
                    <a:schemeClr val="dk1"/>
                  </a:solidFill>
                  <a:latin typeface="Calibri"/>
                  <a:ea typeface="Calibri"/>
                  <a:cs typeface="Calibri"/>
                  <a:sym typeface="Calibri"/>
                </a:rPr>
                <a:t>Guarantee: Output &lt; 50</a:t>
              </a:r>
              <a:endParaRPr/>
            </a:p>
          </p:txBody>
        </p:sp>
        <p:sp>
          <p:nvSpPr>
            <p:cNvPr id="91" name="Google Shape;802;p36"/>
            <p:cNvSpPr/>
            <p:nvPr/>
          </p:nvSpPr>
          <p:spPr>
            <a:xfrm rot="5400000">
              <a:off x="4039394" y="4253706"/>
              <a:ext cx="50800" cy="52388"/>
            </a:xfrm>
            <a:prstGeom prst="triangle">
              <a:avLst>
                <a:gd name="adj" fmla="val 50000"/>
              </a:avLst>
            </a:prstGeom>
            <a:solidFill>
              <a:schemeClr val="dk1"/>
            </a:solidFill>
            <a:ln w="254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833;p36"/>
            <p:cNvSpPr txBox="1"/>
            <p:nvPr/>
          </p:nvSpPr>
          <p:spPr>
            <a:xfrm>
              <a:off x="4038581" y="4267194"/>
              <a:ext cx="26194" cy="2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grpSp>
      <p:sp>
        <p:nvSpPr>
          <p:cNvPr id="110" name="Google Shape;941;p37"/>
          <p:cNvSpPr/>
          <p:nvPr/>
        </p:nvSpPr>
        <p:spPr>
          <a:xfrm>
            <a:off x="457200" y="3733800"/>
            <a:ext cx="5132311" cy="2408198"/>
          </a:xfrm>
          <a:prstGeom prst="ellipse">
            <a:avLst/>
          </a:prstGeom>
          <a:noFill/>
          <a:ln w="38100"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8" grpId="0" animBg="1"/>
      <p:bldP spid="1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pic>
        <p:nvPicPr>
          <p:cNvPr id="1024" name="Google Shape;1024;p39" descr="C:\Users\stew_da\Desktop\Universität\Images for NASA Presentation\sensorcode1.PNG"/>
          <p:cNvPicPr preferRelativeResize="0"/>
          <p:nvPr/>
        </p:nvPicPr>
        <p:blipFill rotWithShape="1">
          <a:blip r:embed="rId3">
            <a:alphaModFix/>
          </a:blip>
          <a:srcRect/>
          <a:stretch/>
        </p:blipFill>
        <p:spPr>
          <a:xfrm>
            <a:off x="152399" y="1828800"/>
            <a:ext cx="8924615" cy="2438400"/>
          </a:xfrm>
          <a:prstGeom prst="rect">
            <a:avLst/>
          </a:prstGeom>
          <a:noFill/>
          <a:ln>
            <a:noFill/>
          </a:ln>
        </p:spPr>
      </p:pic>
      <p:sp>
        <p:nvSpPr>
          <p:cNvPr id="1025" name="Google Shape;1025;p39"/>
          <p:cNvSpPr/>
          <p:nvPr/>
        </p:nvSpPr>
        <p:spPr>
          <a:xfrm>
            <a:off x="143185" y="1583324"/>
            <a:ext cx="8924615" cy="2988676"/>
          </a:xfrm>
          <a:prstGeom prst="rect">
            <a:avLst/>
          </a:prstGeom>
          <a:noFill/>
          <a:ln w="25400" cap="flat" cmpd="sng">
            <a:solidFill>
              <a:srgbClr val="7C8315"/>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26" name="Google Shape;1026;p39"/>
          <p:cNvSpPr/>
          <p:nvPr/>
        </p:nvSpPr>
        <p:spPr>
          <a:xfrm>
            <a:off x="757238" y="868363"/>
            <a:ext cx="77724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rgbClr val="7F7F7F"/>
                </a:solidFill>
                <a:latin typeface="Verdana"/>
                <a:ea typeface="Verdana"/>
                <a:cs typeface="Verdana"/>
                <a:sym typeface="Verdana"/>
              </a:rPr>
              <a:t>Nominal Model Component in AADL and AGREE</a:t>
            </a:r>
            <a:endParaRPr sz="2000" b="1">
              <a:solidFill>
                <a:srgbClr val="7F7F7F"/>
              </a:solidFill>
              <a:latin typeface="Verdana"/>
              <a:ea typeface="Verdana"/>
              <a:cs typeface="Verdana"/>
              <a:sym typeface="Verdana"/>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transition>
    <p:fade thruBlk="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p40"/>
          <p:cNvSpPr txBox="1">
            <a:spLocks noGrp="1"/>
          </p:cNvSpPr>
          <p:nvPr>
            <p:ph type="body" idx="1"/>
          </p:nvPr>
        </p:nvSpPr>
        <p:spPr>
          <a:xfrm>
            <a:off x="457200" y="2349500"/>
            <a:ext cx="8229600" cy="37766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a:t>Wrap nominal component in fault</a:t>
            </a:r>
            <a:endParaRPr/>
          </a:p>
          <a:p>
            <a:pPr marL="342900" lvl="0" indent="-342900" algn="l" rtl="0">
              <a:spcBef>
                <a:spcPts val="360"/>
              </a:spcBef>
              <a:spcAft>
                <a:spcPts val="0"/>
              </a:spcAft>
              <a:buClr>
                <a:schemeClr val="dk1"/>
              </a:buClr>
              <a:buSzPts val="1800"/>
              <a:buFont typeface="Verdana"/>
              <a:buChar char="•"/>
            </a:pPr>
            <a:r>
              <a:rPr lang="en-US"/>
              <a:t>Watch behavior of system through AGREE contracts</a:t>
            </a:r>
            <a:endParaRPr/>
          </a:p>
          <a:p>
            <a:pPr marL="342900" lvl="0" indent="-342900" algn="l" rtl="0">
              <a:spcBef>
                <a:spcPts val="360"/>
              </a:spcBef>
              <a:spcAft>
                <a:spcPts val="0"/>
              </a:spcAft>
              <a:buClr>
                <a:schemeClr val="dk1"/>
              </a:buClr>
              <a:buSzPts val="1800"/>
              <a:buFont typeface="Verdana"/>
              <a:buNone/>
            </a:pPr>
            <a:endParaRPr/>
          </a:p>
        </p:txBody>
      </p:sp>
      <p:sp>
        <p:nvSpPr>
          <p:cNvPr id="1032" name="Google Shape;1032;p40"/>
          <p:cNvSpPr/>
          <p:nvPr/>
        </p:nvSpPr>
        <p:spPr>
          <a:xfrm>
            <a:off x="757238" y="868363"/>
            <a:ext cx="77724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rgbClr val="7F7F7F"/>
                </a:solidFill>
                <a:latin typeface="Verdana"/>
                <a:ea typeface="Verdana"/>
                <a:cs typeface="Verdana"/>
                <a:sym typeface="Verdana"/>
              </a:rPr>
              <a:t>Creation of the Fault Model</a:t>
            </a:r>
            <a:endParaRPr sz="2000" b="1">
              <a:solidFill>
                <a:srgbClr val="7F7F7F"/>
              </a:solidFill>
              <a:latin typeface="Verdana"/>
              <a:ea typeface="Verdana"/>
              <a:cs typeface="Verdana"/>
              <a:sym typeface="Verdana"/>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transition>
    <p:fade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1036"/>
        <p:cNvGrpSpPr/>
        <p:nvPr/>
      </p:nvGrpSpPr>
      <p:grpSpPr>
        <a:xfrm>
          <a:off x="0" y="0"/>
          <a:ext cx="0" cy="0"/>
          <a:chOff x="0" y="0"/>
          <a:chExt cx="0" cy="0"/>
        </a:xfrm>
      </p:grpSpPr>
      <p:sp>
        <p:nvSpPr>
          <p:cNvPr id="1037" name="Google Shape;1037;p41"/>
          <p:cNvSpPr/>
          <p:nvPr/>
        </p:nvSpPr>
        <p:spPr>
          <a:xfrm>
            <a:off x="3235316" y="2119299"/>
            <a:ext cx="914400" cy="914400"/>
          </a:xfrm>
          <a:prstGeom prst="rect">
            <a:avLst/>
          </a:prstGeom>
          <a:solidFill>
            <a:schemeClr val="accent1"/>
          </a:solidFill>
          <a:ln w="25400" cap="flat" cmpd="sng">
            <a:solidFill>
              <a:srgbClr val="7C83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38" name="Google Shape;1038;p41"/>
          <p:cNvSpPr/>
          <p:nvPr/>
        </p:nvSpPr>
        <p:spPr>
          <a:xfrm>
            <a:off x="6734875" y="2141688"/>
            <a:ext cx="914400" cy="914400"/>
          </a:xfrm>
          <a:prstGeom prst="rect">
            <a:avLst/>
          </a:prstGeom>
          <a:solidFill>
            <a:schemeClr val="accent1"/>
          </a:solidFill>
          <a:ln w="25400" cap="flat" cmpd="sng">
            <a:solidFill>
              <a:srgbClr val="7C83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39" name="Google Shape;1039;p41"/>
          <p:cNvSpPr txBox="1"/>
          <p:nvPr/>
        </p:nvSpPr>
        <p:spPr>
          <a:xfrm>
            <a:off x="2895600" y="1752600"/>
            <a:ext cx="1582549"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Component A</a:t>
            </a:r>
            <a:endParaRPr sz="1800">
              <a:solidFill>
                <a:schemeClr val="dk1"/>
              </a:solidFill>
              <a:latin typeface="Arial"/>
              <a:ea typeface="Arial"/>
              <a:cs typeface="Arial"/>
              <a:sym typeface="Arial"/>
            </a:endParaRPr>
          </a:p>
        </p:txBody>
      </p:sp>
      <p:sp>
        <p:nvSpPr>
          <p:cNvPr id="1040" name="Google Shape;1040;p41"/>
          <p:cNvSpPr txBox="1"/>
          <p:nvPr/>
        </p:nvSpPr>
        <p:spPr>
          <a:xfrm>
            <a:off x="6371525" y="1760688"/>
            <a:ext cx="1595309"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Component B</a:t>
            </a:r>
            <a:endParaRPr sz="1800">
              <a:solidFill>
                <a:schemeClr val="dk1"/>
              </a:solidFill>
              <a:latin typeface="Arial"/>
              <a:ea typeface="Arial"/>
              <a:cs typeface="Arial"/>
              <a:sym typeface="Arial"/>
            </a:endParaRPr>
          </a:p>
        </p:txBody>
      </p:sp>
      <p:cxnSp>
        <p:nvCxnSpPr>
          <p:cNvPr id="1041" name="Google Shape;1041;p41"/>
          <p:cNvCxnSpPr>
            <a:stCxn id="1037" idx="3"/>
          </p:cNvCxnSpPr>
          <p:nvPr/>
        </p:nvCxnSpPr>
        <p:spPr>
          <a:xfrm>
            <a:off x="4149716" y="2576499"/>
            <a:ext cx="2590800" cy="0"/>
          </a:xfrm>
          <a:prstGeom prst="straightConnector1">
            <a:avLst/>
          </a:prstGeom>
          <a:noFill/>
          <a:ln w="28575" cap="flat" cmpd="sng">
            <a:solidFill>
              <a:schemeClr val="dk1"/>
            </a:solidFill>
            <a:prstDash val="solid"/>
            <a:round/>
            <a:headEnd type="none" w="sm" len="sm"/>
            <a:tailEnd type="triangle" w="med" len="med"/>
          </a:ln>
        </p:spPr>
      </p:cxnSp>
      <p:sp>
        <p:nvSpPr>
          <p:cNvPr id="1042" name="Google Shape;1042;p41"/>
          <p:cNvSpPr txBox="1"/>
          <p:nvPr/>
        </p:nvSpPr>
        <p:spPr>
          <a:xfrm>
            <a:off x="4149715" y="2240845"/>
            <a:ext cx="55656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Out</a:t>
            </a:r>
            <a:endParaRPr sz="1800">
              <a:solidFill>
                <a:schemeClr val="dk1"/>
              </a:solidFill>
              <a:latin typeface="Arial"/>
              <a:ea typeface="Arial"/>
              <a:cs typeface="Arial"/>
              <a:sym typeface="Arial"/>
            </a:endParaRPr>
          </a:p>
        </p:txBody>
      </p:sp>
      <p:sp>
        <p:nvSpPr>
          <p:cNvPr id="1043" name="Google Shape;1043;p41"/>
          <p:cNvSpPr txBox="1"/>
          <p:nvPr/>
        </p:nvSpPr>
        <p:spPr>
          <a:xfrm>
            <a:off x="6357848" y="2240845"/>
            <a:ext cx="37702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a:t>
            </a:r>
            <a:endParaRPr sz="1800">
              <a:solidFill>
                <a:schemeClr val="dk1"/>
              </a:solidFill>
              <a:latin typeface="Arial"/>
              <a:ea typeface="Arial"/>
              <a:cs typeface="Arial"/>
              <a:sym typeface="Arial"/>
            </a:endParaRPr>
          </a:p>
        </p:txBody>
      </p:sp>
      <p:sp>
        <p:nvSpPr>
          <p:cNvPr id="1044" name="Google Shape;1044;p41"/>
          <p:cNvSpPr/>
          <p:nvPr/>
        </p:nvSpPr>
        <p:spPr>
          <a:xfrm>
            <a:off x="3240207" y="4427688"/>
            <a:ext cx="914400" cy="914400"/>
          </a:xfrm>
          <a:prstGeom prst="rect">
            <a:avLst/>
          </a:prstGeom>
          <a:solidFill>
            <a:schemeClr val="accent1"/>
          </a:solidFill>
          <a:ln w="25400" cap="flat" cmpd="sng">
            <a:solidFill>
              <a:srgbClr val="7C83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45" name="Google Shape;1045;p41"/>
          <p:cNvSpPr/>
          <p:nvPr/>
        </p:nvSpPr>
        <p:spPr>
          <a:xfrm>
            <a:off x="6739766" y="4450077"/>
            <a:ext cx="914400" cy="914400"/>
          </a:xfrm>
          <a:prstGeom prst="rect">
            <a:avLst/>
          </a:prstGeom>
          <a:solidFill>
            <a:schemeClr val="accent1"/>
          </a:solidFill>
          <a:ln w="25400" cap="flat" cmpd="sng">
            <a:solidFill>
              <a:srgbClr val="7C83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46" name="Google Shape;1046;p41"/>
          <p:cNvSpPr txBox="1"/>
          <p:nvPr/>
        </p:nvSpPr>
        <p:spPr>
          <a:xfrm>
            <a:off x="2900491" y="4060989"/>
            <a:ext cx="1582549"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Component A</a:t>
            </a:r>
            <a:endParaRPr sz="1800">
              <a:solidFill>
                <a:schemeClr val="dk1"/>
              </a:solidFill>
              <a:latin typeface="Arial"/>
              <a:ea typeface="Arial"/>
              <a:cs typeface="Arial"/>
              <a:sym typeface="Arial"/>
            </a:endParaRPr>
          </a:p>
        </p:txBody>
      </p:sp>
      <p:sp>
        <p:nvSpPr>
          <p:cNvPr id="1047" name="Google Shape;1047;p41"/>
          <p:cNvSpPr txBox="1"/>
          <p:nvPr/>
        </p:nvSpPr>
        <p:spPr>
          <a:xfrm>
            <a:off x="6405691" y="4069077"/>
            <a:ext cx="1595309"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Component B</a:t>
            </a:r>
            <a:endParaRPr sz="1800">
              <a:solidFill>
                <a:schemeClr val="dk1"/>
              </a:solidFill>
              <a:latin typeface="Arial"/>
              <a:ea typeface="Arial"/>
              <a:cs typeface="Arial"/>
              <a:sym typeface="Arial"/>
            </a:endParaRPr>
          </a:p>
        </p:txBody>
      </p:sp>
      <p:cxnSp>
        <p:nvCxnSpPr>
          <p:cNvPr id="1048" name="Google Shape;1048;p41"/>
          <p:cNvCxnSpPr>
            <a:stCxn id="1044" idx="3"/>
          </p:cNvCxnSpPr>
          <p:nvPr/>
        </p:nvCxnSpPr>
        <p:spPr>
          <a:xfrm>
            <a:off x="4154607" y="4884888"/>
            <a:ext cx="2590800" cy="0"/>
          </a:xfrm>
          <a:prstGeom prst="straightConnector1">
            <a:avLst/>
          </a:prstGeom>
          <a:noFill/>
          <a:ln w="28575" cap="flat" cmpd="sng">
            <a:solidFill>
              <a:schemeClr val="dk1"/>
            </a:solidFill>
            <a:prstDash val="solid"/>
            <a:round/>
            <a:headEnd type="none" w="sm" len="sm"/>
            <a:tailEnd type="triangle" w="med" len="med"/>
          </a:ln>
        </p:spPr>
      </p:cxnSp>
      <p:sp>
        <p:nvSpPr>
          <p:cNvPr id="1049" name="Google Shape;1049;p41"/>
          <p:cNvSpPr txBox="1"/>
          <p:nvPr/>
        </p:nvSpPr>
        <p:spPr>
          <a:xfrm>
            <a:off x="4154606" y="4549234"/>
            <a:ext cx="55656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Out</a:t>
            </a:r>
            <a:endParaRPr sz="1800">
              <a:solidFill>
                <a:schemeClr val="dk1"/>
              </a:solidFill>
              <a:latin typeface="Arial"/>
              <a:ea typeface="Arial"/>
              <a:cs typeface="Arial"/>
              <a:sym typeface="Arial"/>
            </a:endParaRPr>
          </a:p>
        </p:txBody>
      </p:sp>
      <p:sp>
        <p:nvSpPr>
          <p:cNvPr id="1050" name="Google Shape;1050;p41"/>
          <p:cNvSpPr txBox="1"/>
          <p:nvPr/>
        </p:nvSpPr>
        <p:spPr>
          <a:xfrm>
            <a:off x="6362739" y="4549234"/>
            <a:ext cx="37702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a:t>
            </a:r>
            <a:endParaRPr sz="1800">
              <a:solidFill>
                <a:schemeClr val="dk1"/>
              </a:solidFill>
              <a:latin typeface="Arial"/>
              <a:ea typeface="Arial"/>
              <a:cs typeface="Arial"/>
              <a:sym typeface="Arial"/>
            </a:endParaRPr>
          </a:p>
        </p:txBody>
      </p:sp>
      <p:sp>
        <p:nvSpPr>
          <p:cNvPr id="1051" name="Google Shape;1051;p41"/>
          <p:cNvSpPr txBox="1"/>
          <p:nvPr/>
        </p:nvSpPr>
        <p:spPr>
          <a:xfrm>
            <a:off x="672735" y="2425511"/>
            <a:ext cx="213391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Nominal Behavior: </a:t>
            </a:r>
            <a:endParaRPr sz="1800">
              <a:solidFill>
                <a:schemeClr val="dk1"/>
              </a:solidFill>
              <a:latin typeface="Arial"/>
              <a:ea typeface="Arial"/>
              <a:cs typeface="Arial"/>
              <a:sym typeface="Arial"/>
            </a:endParaRPr>
          </a:p>
        </p:txBody>
      </p:sp>
      <p:sp>
        <p:nvSpPr>
          <p:cNvPr id="1052" name="Google Shape;1052;p41"/>
          <p:cNvSpPr txBox="1"/>
          <p:nvPr/>
        </p:nvSpPr>
        <p:spPr>
          <a:xfrm>
            <a:off x="685229" y="4733900"/>
            <a:ext cx="180049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Fault Behavior: </a:t>
            </a:r>
            <a:endParaRPr sz="1800">
              <a:solidFill>
                <a:schemeClr val="dk1"/>
              </a:solidFill>
              <a:latin typeface="Arial"/>
              <a:ea typeface="Arial"/>
              <a:cs typeface="Arial"/>
              <a:sym typeface="Arial"/>
            </a:endParaRPr>
          </a:p>
        </p:txBody>
      </p:sp>
      <p:sp>
        <p:nvSpPr>
          <p:cNvPr id="1053" name="Google Shape;1053;p41"/>
          <p:cNvSpPr/>
          <p:nvPr/>
        </p:nvSpPr>
        <p:spPr>
          <a:xfrm>
            <a:off x="5034192" y="4461366"/>
            <a:ext cx="914400" cy="914400"/>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Arial"/>
                <a:ea typeface="Arial"/>
                <a:cs typeface="Arial"/>
                <a:sym typeface="Arial"/>
              </a:rPr>
              <a:t>Fault</a:t>
            </a:r>
            <a:endParaRPr sz="1400">
              <a:solidFill>
                <a:schemeClr val="lt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cSld>
  <p:clrMapOvr>
    <a:masterClrMapping/>
  </p:clrMapOvr>
  <p:transition>
    <p:fade thruBlk="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42"/>
          <p:cNvSpPr txBox="1">
            <a:spLocks noGrp="1"/>
          </p:cNvSpPr>
          <p:nvPr>
            <p:ph type="title"/>
          </p:nvPr>
        </p:nvSpPr>
        <p:spPr>
          <a:xfrm>
            <a:off x="762000" y="868363"/>
            <a:ext cx="798195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WBS Top Level Property : No inadvertent braking</a:t>
            </a:r>
            <a:endParaRPr/>
          </a:p>
        </p:txBody>
      </p:sp>
      <p:sp>
        <p:nvSpPr>
          <p:cNvPr id="1059" name="Google Shape;1059;p42"/>
          <p:cNvSpPr txBox="1">
            <a:spLocks noGrp="1"/>
          </p:cNvSpPr>
          <p:nvPr>
            <p:ph type="body" idx="1"/>
          </p:nvPr>
        </p:nvSpPr>
        <p:spPr>
          <a:xfrm>
            <a:off x="762000" y="1600201"/>
            <a:ext cx="7924800" cy="160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Verdana"/>
              <a:buNone/>
            </a:pPr>
            <a:r>
              <a:rPr lang="en-US" dirty="0" smtClean="0"/>
              <a:t>Nominal Behavior: </a:t>
            </a:r>
            <a:endParaRPr dirty="0"/>
          </a:p>
          <a:p>
            <a:pPr marL="342900" lvl="0" indent="-342900" algn="l" rtl="0">
              <a:spcBef>
                <a:spcPts val="360"/>
              </a:spcBef>
              <a:spcAft>
                <a:spcPts val="0"/>
              </a:spcAft>
              <a:buClr>
                <a:schemeClr val="dk1"/>
              </a:buClr>
              <a:buSzPts val="1800"/>
              <a:buFont typeface="Verdana"/>
              <a:buChar char="•"/>
            </a:pPr>
            <a:r>
              <a:rPr lang="en-US" dirty="0"/>
              <a:t>Mechanical pedal pressed (brakes commanded)</a:t>
            </a:r>
            <a:endParaRPr dirty="0"/>
          </a:p>
          <a:p>
            <a:pPr marL="342900" lvl="0" indent="-342900" algn="l" rtl="0">
              <a:spcBef>
                <a:spcPts val="360"/>
              </a:spcBef>
              <a:spcAft>
                <a:spcPts val="0"/>
              </a:spcAft>
              <a:buClr>
                <a:schemeClr val="dk1"/>
              </a:buClr>
              <a:buSzPts val="1800"/>
              <a:buFont typeface="Verdana"/>
              <a:buChar char="•"/>
            </a:pPr>
            <a:r>
              <a:rPr lang="en-US" dirty="0"/>
              <a:t>Sensor on pedal converts to electrical signal</a:t>
            </a:r>
            <a:endParaRPr dirty="0"/>
          </a:p>
          <a:p>
            <a:pPr marL="342900" lvl="0" indent="-342900" algn="l" rtl="0">
              <a:spcBef>
                <a:spcPts val="360"/>
              </a:spcBef>
              <a:spcAft>
                <a:spcPts val="0"/>
              </a:spcAft>
              <a:buClr>
                <a:schemeClr val="dk1"/>
              </a:buClr>
              <a:buSzPts val="1800"/>
              <a:buFont typeface="Verdana"/>
              <a:buChar char="•"/>
            </a:pPr>
            <a:r>
              <a:rPr lang="en-US" dirty="0"/>
              <a:t>Signal sent to BSCU to command brakes</a:t>
            </a:r>
            <a:endParaRPr dirty="0"/>
          </a:p>
          <a:p>
            <a:pPr marL="342900" lvl="0" indent="-228600" algn="l" rtl="0">
              <a:spcBef>
                <a:spcPts val="360"/>
              </a:spcBef>
              <a:spcAft>
                <a:spcPts val="0"/>
              </a:spcAft>
              <a:buClr>
                <a:schemeClr val="dk1"/>
              </a:buClr>
              <a:buSzPts val="1800"/>
              <a:buFont typeface="Verdana"/>
              <a:buNone/>
            </a:pP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transition>
    <p:fade thruBlk="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43"/>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 Fault on the Pedal Sensor Component</a:t>
            </a:r>
            <a:endParaRPr/>
          </a:p>
        </p:txBody>
      </p:sp>
      <p:pic>
        <p:nvPicPr>
          <p:cNvPr id="1065" name="Google Shape;1065;p43" descr="C:\Users\stew_da\Desktop\Universität\Images for NASA Presentation\sensorcode.PNG"/>
          <p:cNvPicPr preferRelativeResize="0"/>
          <p:nvPr/>
        </p:nvPicPr>
        <p:blipFill rotWithShape="1">
          <a:blip r:embed="rId3">
            <a:alphaModFix/>
          </a:blip>
          <a:srcRect/>
          <a:stretch/>
        </p:blipFill>
        <p:spPr>
          <a:xfrm>
            <a:off x="269266" y="1904999"/>
            <a:ext cx="8569934" cy="3649068"/>
          </a:xfrm>
          <a:prstGeom prst="rect">
            <a:avLst/>
          </a:prstGeom>
          <a:noFill/>
          <a:ln>
            <a:noFill/>
          </a:ln>
        </p:spPr>
      </p:pic>
      <p:sp>
        <p:nvSpPr>
          <p:cNvPr id="1066" name="Google Shape;1066;p43"/>
          <p:cNvSpPr/>
          <p:nvPr/>
        </p:nvSpPr>
        <p:spPr>
          <a:xfrm>
            <a:off x="152400" y="1583324"/>
            <a:ext cx="8686800" cy="4588876"/>
          </a:xfrm>
          <a:prstGeom prst="rect">
            <a:avLst/>
          </a:prstGeom>
          <a:noFill/>
          <a:ln w="25400" cap="flat" cmpd="sng">
            <a:solidFill>
              <a:srgbClr val="7C8315"/>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67" name="Google Shape;1067;p43"/>
          <p:cNvSpPr/>
          <p:nvPr/>
        </p:nvSpPr>
        <p:spPr>
          <a:xfrm>
            <a:off x="338913" y="3877762"/>
            <a:ext cx="8458200" cy="1380038"/>
          </a:xfrm>
          <a:prstGeom prst="rect">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transition>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44"/>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Active Sensor Fault</a:t>
            </a:r>
            <a:endParaRPr/>
          </a:p>
        </p:txBody>
      </p:sp>
      <p:sp>
        <p:nvSpPr>
          <p:cNvPr id="1073" name="Google Shape;1073;p44"/>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a:t>Mechanical pedal is not pressed</a:t>
            </a:r>
            <a:endParaRPr/>
          </a:p>
          <a:p>
            <a:pPr marL="342900" lvl="0" indent="-342900" algn="l" rtl="0">
              <a:spcBef>
                <a:spcPts val="360"/>
              </a:spcBef>
              <a:spcAft>
                <a:spcPts val="0"/>
              </a:spcAft>
              <a:buClr>
                <a:schemeClr val="dk1"/>
              </a:buClr>
              <a:buSzPts val="1800"/>
              <a:buFont typeface="Verdana"/>
              <a:buChar char="•"/>
            </a:pPr>
            <a:r>
              <a:rPr lang="en-US"/>
              <a:t>Inverted Boolean failure on sensor activated</a:t>
            </a:r>
            <a:endParaRPr/>
          </a:p>
          <a:p>
            <a:pPr marL="342900" lvl="0" indent="-342900" algn="l" rtl="0">
              <a:spcBef>
                <a:spcPts val="360"/>
              </a:spcBef>
              <a:spcAft>
                <a:spcPts val="0"/>
              </a:spcAft>
              <a:buClr>
                <a:schemeClr val="dk1"/>
              </a:buClr>
              <a:buSzPts val="1800"/>
              <a:buFont typeface="Verdana"/>
              <a:buChar char="•"/>
            </a:pPr>
            <a:r>
              <a:rPr lang="en-US"/>
              <a:t>Electrical signal is true and braking is commanded through BSCU</a:t>
            </a:r>
            <a:endParaRPr/>
          </a:p>
          <a:p>
            <a:pPr marL="342900" lvl="0" indent="-342900" algn="l" rtl="0">
              <a:spcBef>
                <a:spcPts val="360"/>
              </a:spcBef>
              <a:spcAft>
                <a:spcPts val="0"/>
              </a:spcAft>
              <a:buClr>
                <a:schemeClr val="dk1"/>
              </a:buClr>
              <a:buSzPts val="1800"/>
              <a:buFont typeface="Verdana"/>
              <a:buChar char="•"/>
            </a:pPr>
            <a:r>
              <a:rPr lang="en-US"/>
              <a:t>Top level lemma fails (Unintentional braking occurs)</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transition>
    <p:fade thruBlk="1"/>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pic>
        <p:nvPicPr>
          <p:cNvPr id="1078" name="Google Shape;1078;p45" descr="C:\Users\stew_da\Desktop\Universität\topLevel.PNG"/>
          <p:cNvPicPr preferRelativeResize="0"/>
          <p:nvPr/>
        </p:nvPicPr>
        <p:blipFill rotWithShape="1">
          <a:blip r:embed="rId3">
            <a:alphaModFix/>
          </a:blip>
          <a:srcRect/>
          <a:stretch/>
        </p:blipFill>
        <p:spPr>
          <a:xfrm>
            <a:off x="457200" y="1417638"/>
            <a:ext cx="4305300" cy="3067050"/>
          </a:xfrm>
          <a:prstGeom prst="rect">
            <a:avLst/>
          </a:prstGeom>
          <a:noFill/>
          <a:ln>
            <a:noFill/>
          </a:ln>
        </p:spPr>
      </p:pic>
      <p:sp>
        <p:nvSpPr>
          <p:cNvPr id="1079" name="Google Shape;1079;p45"/>
          <p:cNvSpPr txBox="1"/>
          <p:nvPr/>
        </p:nvSpPr>
        <p:spPr>
          <a:xfrm>
            <a:off x="1035586" y="4300022"/>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080" name="Google Shape;1080;p45" descr="C:\Users\stew_da\Desktop\Universität\agreecode1.PNG"/>
          <p:cNvPicPr preferRelativeResize="0"/>
          <p:nvPr/>
        </p:nvPicPr>
        <p:blipFill rotWithShape="1">
          <a:blip r:embed="rId4">
            <a:alphaModFix/>
          </a:blip>
          <a:srcRect/>
          <a:stretch/>
        </p:blipFill>
        <p:spPr>
          <a:xfrm>
            <a:off x="714930" y="4856047"/>
            <a:ext cx="1104900" cy="180975"/>
          </a:xfrm>
          <a:prstGeom prst="rect">
            <a:avLst/>
          </a:prstGeom>
          <a:noFill/>
          <a:ln>
            <a:noFill/>
          </a:ln>
        </p:spPr>
      </p:pic>
      <p:sp>
        <p:nvSpPr>
          <p:cNvPr id="1081" name="Google Shape;1081;p45"/>
          <p:cNvSpPr txBox="1"/>
          <p:nvPr/>
        </p:nvSpPr>
        <p:spPr>
          <a:xfrm>
            <a:off x="1089714" y="4979277"/>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082" name="Google Shape;1082;p45" descr="C:\Users\stew_da\Desktop\Universität\sacode1.PNG"/>
          <p:cNvPicPr preferRelativeResize="0"/>
          <p:nvPr/>
        </p:nvPicPr>
        <p:blipFill rotWithShape="1">
          <a:blip r:embed="rId5">
            <a:alphaModFix/>
          </a:blip>
          <a:srcRect/>
          <a:stretch/>
        </p:blipFill>
        <p:spPr>
          <a:xfrm>
            <a:off x="714930" y="5264199"/>
            <a:ext cx="2152650" cy="1076325"/>
          </a:xfrm>
          <a:prstGeom prst="rect">
            <a:avLst/>
          </a:prstGeom>
          <a:noFill/>
          <a:ln>
            <a:noFill/>
          </a:ln>
        </p:spPr>
      </p:pic>
      <p:pic>
        <p:nvPicPr>
          <p:cNvPr id="1083" name="Google Shape;1083;p45" descr="C:\Users\stew_da\Desktop\Universität\endinst.PNG"/>
          <p:cNvPicPr preferRelativeResize="0"/>
          <p:nvPr/>
        </p:nvPicPr>
        <p:blipFill rotWithShape="1">
          <a:blip r:embed="rId6">
            <a:alphaModFix/>
          </a:blip>
          <a:srcRect/>
          <a:stretch/>
        </p:blipFill>
        <p:spPr>
          <a:xfrm>
            <a:off x="412177" y="6483350"/>
            <a:ext cx="952500" cy="209550"/>
          </a:xfrm>
          <a:prstGeom prst="rect">
            <a:avLst/>
          </a:prstGeom>
          <a:noFill/>
          <a:ln>
            <a:noFill/>
          </a:ln>
        </p:spPr>
      </p:pic>
      <p:sp>
        <p:nvSpPr>
          <p:cNvPr id="1084" name="Google Shape;1084;p45"/>
          <p:cNvSpPr/>
          <p:nvPr/>
        </p:nvSpPr>
        <p:spPr>
          <a:xfrm>
            <a:off x="176270" y="1222872"/>
            <a:ext cx="5277079" cy="3446482"/>
          </a:xfrm>
          <a:prstGeom prst="roundRect">
            <a:avLst>
              <a:gd name="adj" fmla="val 16667"/>
            </a:avLst>
          </a:prstGeom>
          <a:noFill/>
          <a:ln w="38100" cap="flat" cmpd="sng">
            <a:solidFill>
              <a:schemeClr val="dk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85" name="Google Shape;1085;p45"/>
          <p:cNvSpPr txBox="1">
            <a:spLocks noGrp="1"/>
          </p:cNvSpPr>
          <p:nvPr>
            <p:ph type="title"/>
          </p:nvPr>
        </p:nvSpPr>
        <p:spPr>
          <a:xfrm>
            <a:off x="714930" y="719635"/>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Probabilistic Analysis and Maximum Faults</a:t>
            </a: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pic>
        <p:nvPicPr>
          <p:cNvPr id="1090" name="Google Shape;1090;p46" descr="C:\Users\stew_da\Desktop\Universität\topLevel.PNG"/>
          <p:cNvPicPr preferRelativeResize="0"/>
          <p:nvPr/>
        </p:nvPicPr>
        <p:blipFill rotWithShape="1">
          <a:blip r:embed="rId3">
            <a:alphaModFix/>
          </a:blip>
          <a:srcRect/>
          <a:stretch/>
        </p:blipFill>
        <p:spPr>
          <a:xfrm>
            <a:off x="457200" y="1417638"/>
            <a:ext cx="4305300" cy="3067050"/>
          </a:xfrm>
          <a:prstGeom prst="rect">
            <a:avLst/>
          </a:prstGeom>
          <a:noFill/>
          <a:ln>
            <a:noFill/>
          </a:ln>
        </p:spPr>
      </p:pic>
      <p:sp>
        <p:nvSpPr>
          <p:cNvPr id="1091" name="Google Shape;1091;p46"/>
          <p:cNvSpPr txBox="1"/>
          <p:nvPr/>
        </p:nvSpPr>
        <p:spPr>
          <a:xfrm>
            <a:off x="1035586" y="4300022"/>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092" name="Google Shape;1092;p46" descr="C:\Users\stew_da\Desktop\Universität\agreecode1.PNG"/>
          <p:cNvPicPr preferRelativeResize="0"/>
          <p:nvPr/>
        </p:nvPicPr>
        <p:blipFill rotWithShape="1">
          <a:blip r:embed="rId4">
            <a:alphaModFix/>
          </a:blip>
          <a:srcRect/>
          <a:stretch/>
        </p:blipFill>
        <p:spPr>
          <a:xfrm>
            <a:off x="714930" y="4856047"/>
            <a:ext cx="1104900" cy="180975"/>
          </a:xfrm>
          <a:prstGeom prst="rect">
            <a:avLst/>
          </a:prstGeom>
          <a:noFill/>
          <a:ln>
            <a:noFill/>
          </a:ln>
        </p:spPr>
      </p:pic>
      <p:sp>
        <p:nvSpPr>
          <p:cNvPr id="1093" name="Google Shape;1093;p46"/>
          <p:cNvSpPr txBox="1"/>
          <p:nvPr/>
        </p:nvSpPr>
        <p:spPr>
          <a:xfrm>
            <a:off x="1089714" y="4979277"/>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094" name="Google Shape;1094;p46" descr="C:\Users\stew_da\Desktop\Universität\sacode1.PNG"/>
          <p:cNvPicPr preferRelativeResize="0"/>
          <p:nvPr/>
        </p:nvPicPr>
        <p:blipFill rotWithShape="1">
          <a:blip r:embed="rId5">
            <a:alphaModFix/>
          </a:blip>
          <a:srcRect/>
          <a:stretch/>
        </p:blipFill>
        <p:spPr>
          <a:xfrm>
            <a:off x="714930" y="5264199"/>
            <a:ext cx="2152650" cy="1076325"/>
          </a:xfrm>
          <a:prstGeom prst="rect">
            <a:avLst/>
          </a:prstGeom>
          <a:noFill/>
          <a:ln>
            <a:noFill/>
          </a:ln>
        </p:spPr>
      </p:pic>
      <p:pic>
        <p:nvPicPr>
          <p:cNvPr id="1095" name="Google Shape;1095;p46" descr="C:\Users\stew_da\Desktop\Universität\endinst.PNG"/>
          <p:cNvPicPr preferRelativeResize="0"/>
          <p:nvPr/>
        </p:nvPicPr>
        <p:blipFill rotWithShape="1">
          <a:blip r:embed="rId6">
            <a:alphaModFix/>
          </a:blip>
          <a:srcRect/>
          <a:stretch/>
        </p:blipFill>
        <p:spPr>
          <a:xfrm>
            <a:off x="412177" y="6483350"/>
            <a:ext cx="952500" cy="209550"/>
          </a:xfrm>
          <a:prstGeom prst="rect">
            <a:avLst/>
          </a:prstGeom>
          <a:noFill/>
          <a:ln>
            <a:noFill/>
          </a:ln>
        </p:spPr>
      </p:pic>
      <p:sp>
        <p:nvSpPr>
          <p:cNvPr id="1096" name="Google Shape;1096;p46"/>
          <p:cNvSpPr/>
          <p:nvPr/>
        </p:nvSpPr>
        <p:spPr>
          <a:xfrm>
            <a:off x="297457" y="4637137"/>
            <a:ext cx="3084721" cy="904348"/>
          </a:xfrm>
          <a:prstGeom prst="roundRect">
            <a:avLst>
              <a:gd name="adj" fmla="val 16667"/>
            </a:avLst>
          </a:prstGeom>
          <a:noFill/>
          <a:ln w="38100" cap="flat" cmpd="sng">
            <a:solidFill>
              <a:schemeClr val="dk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12" name="Google Shape;1085;p45"/>
          <p:cNvSpPr txBox="1">
            <a:spLocks/>
          </p:cNvSpPr>
          <p:nvPr/>
        </p:nvSpPr>
        <p:spPr>
          <a:xfrm>
            <a:off x="714930" y="719635"/>
            <a:ext cx="7772400" cy="50323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2pPr>
            <a:lvl3pPr marR="0" lvl="2"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3pPr>
            <a:lvl4pPr marR="0" lvl="3"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4pPr>
            <a:lvl5pPr marR="0" lvl="4"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5pPr>
            <a:lvl6pPr marR="0" lvl="5"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6pPr>
            <a:lvl7pPr marR="0" lvl="6"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7pPr>
            <a:lvl8pPr marR="0" lvl="7"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8pPr>
            <a:lvl9pPr marR="0" lvl="8" algn="l" rtl="0">
              <a:lnSpc>
                <a:spcPct val="100000"/>
              </a:lnSpc>
              <a:spcBef>
                <a:spcPts val="0"/>
              </a:spcBef>
              <a:spcAft>
                <a:spcPts val="0"/>
              </a:spcAft>
              <a:buClr>
                <a:srgbClr val="000000"/>
              </a:buClr>
              <a:buSzPts val="1400"/>
              <a:buFont typeface="Arial"/>
              <a:buNone/>
              <a:defRPr sz="2200" b="1" i="0" u="none" strike="noStrike" cap="none">
                <a:solidFill>
                  <a:srgbClr val="777777"/>
                </a:solidFill>
                <a:latin typeface="Verdana"/>
                <a:ea typeface="Verdana"/>
                <a:cs typeface="Verdana"/>
                <a:sym typeface="Verdana"/>
              </a:defRPr>
            </a:lvl9pPr>
          </a:lstStyle>
          <a:p>
            <a:r>
              <a:rPr lang="en-US" smtClean="0"/>
              <a:t>Probabilistic Analysis and Maximum Faults</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pic>
        <p:nvPicPr>
          <p:cNvPr id="1102" name="Google Shape;1102;p47" descr="C:\Users\stew_da\Desktop\Universität\topLevel.PNG"/>
          <p:cNvPicPr preferRelativeResize="0"/>
          <p:nvPr/>
        </p:nvPicPr>
        <p:blipFill rotWithShape="1">
          <a:blip r:embed="rId3">
            <a:alphaModFix/>
          </a:blip>
          <a:srcRect/>
          <a:stretch/>
        </p:blipFill>
        <p:spPr>
          <a:xfrm>
            <a:off x="457200" y="1417638"/>
            <a:ext cx="4305300" cy="3067050"/>
          </a:xfrm>
          <a:prstGeom prst="rect">
            <a:avLst/>
          </a:prstGeom>
          <a:noFill/>
          <a:ln>
            <a:noFill/>
          </a:ln>
        </p:spPr>
      </p:pic>
      <p:sp>
        <p:nvSpPr>
          <p:cNvPr id="1103" name="Google Shape;1103;p47"/>
          <p:cNvSpPr txBox="1"/>
          <p:nvPr/>
        </p:nvSpPr>
        <p:spPr>
          <a:xfrm>
            <a:off x="1035586" y="4300022"/>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104" name="Google Shape;1104;p47" descr="C:\Users\stew_da\Desktop\Universität\agreecode1.PNG"/>
          <p:cNvPicPr preferRelativeResize="0"/>
          <p:nvPr/>
        </p:nvPicPr>
        <p:blipFill rotWithShape="1">
          <a:blip r:embed="rId4">
            <a:alphaModFix/>
          </a:blip>
          <a:srcRect/>
          <a:stretch/>
        </p:blipFill>
        <p:spPr>
          <a:xfrm>
            <a:off x="714930" y="4856047"/>
            <a:ext cx="1104900" cy="180975"/>
          </a:xfrm>
          <a:prstGeom prst="rect">
            <a:avLst/>
          </a:prstGeom>
          <a:noFill/>
          <a:ln>
            <a:noFill/>
          </a:ln>
        </p:spPr>
      </p:pic>
      <p:sp>
        <p:nvSpPr>
          <p:cNvPr id="1105" name="Google Shape;1105;p47"/>
          <p:cNvSpPr txBox="1"/>
          <p:nvPr/>
        </p:nvSpPr>
        <p:spPr>
          <a:xfrm>
            <a:off x="1089714" y="4979277"/>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106" name="Google Shape;1106;p47" descr="C:\Users\stew_da\Desktop\Universität\sacode1.PNG"/>
          <p:cNvPicPr preferRelativeResize="0"/>
          <p:nvPr/>
        </p:nvPicPr>
        <p:blipFill rotWithShape="1">
          <a:blip r:embed="rId5">
            <a:alphaModFix/>
          </a:blip>
          <a:srcRect/>
          <a:stretch/>
        </p:blipFill>
        <p:spPr>
          <a:xfrm>
            <a:off x="681879" y="5341318"/>
            <a:ext cx="2152650" cy="1076325"/>
          </a:xfrm>
          <a:prstGeom prst="rect">
            <a:avLst/>
          </a:prstGeom>
          <a:noFill/>
          <a:ln>
            <a:noFill/>
          </a:ln>
        </p:spPr>
      </p:pic>
      <p:pic>
        <p:nvPicPr>
          <p:cNvPr id="1107" name="Google Shape;1107;p47" descr="C:\Users\stew_da\Desktop\Universität\endinst.PNG"/>
          <p:cNvPicPr preferRelativeResize="0"/>
          <p:nvPr/>
        </p:nvPicPr>
        <p:blipFill rotWithShape="1">
          <a:blip r:embed="rId6">
            <a:alphaModFix/>
          </a:blip>
          <a:srcRect/>
          <a:stretch/>
        </p:blipFill>
        <p:spPr>
          <a:xfrm>
            <a:off x="412177" y="6483350"/>
            <a:ext cx="952500" cy="209550"/>
          </a:xfrm>
          <a:prstGeom prst="rect">
            <a:avLst/>
          </a:prstGeom>
          <a:noFill/>
          <a:ln>
            <a:noFill/>
          </a:ln>
        </p:spPr>
      </p:pic>
      <p:sp>
        <p:nvSpPr>
          <p:cNvPr id="1108" name="Google Shape;1108;p47"/>
          <p:cNvSpPr/>
          <p:nvPr/>
        </p:nvSpPr>
        <p:spPr>
          <a:xfrm>
            <a:off x="297457" y="5541485"/>
            <a:ext cx="3084721" cy="904348"/>
          </a:xfrm>
          <a:prstGeom prst="roundRect">
            <a:avLst>
              <a:gd name="adj" fmla="val 16667"/>
            </a:avLst>
          </a:prstGeom>
          <a:noFill/>
          <a:ln w="38100" cap="flat" cmpd="sng">
            <a:solidFill>
              <a:schemeClr val="dk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12" name="Google Shape;1085;p45"/>
          <p:cNvSpPr txBox="1">
            <a:spLocks noGrp="1"/>
          </p:cNvSpPr>
          <p:nvPr>
            <p:ph type="title"/>
          </p:nvPr>
        </p:nvSpPr>
        <p:spPr>
          <a:xfrm>
            <a:off x="714930" y="719635"/>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Probabilistic Analysis and Maximum Faults</a:t>
            </a:r>
            <a:endParaRP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pic>
        <p:nvPicPr>
          <p:cNvPr id="1114" name="Google Shape;1114;p48" descr="C:\Users\stew_da\Desktop\Universität\topLevel.PNG"/>
          <p:cNvPicPr preferRelativeResize="0"/>
          <p:nvPr/>
        </p:nvPicPr>
        <p:blipFill rotWithShape="1">
          <a:blip r:embed="rId3">
            <a:alphaModFix/>
          </a:blip>
          <a:srcRect/>
          <a:stretch/>
        </p:blipFill>
        <p:spPr>
          <a:xfrm>
            <a:off x="457200" y="1417638"/>
            <a:ext cx="4305300" cy="3067050"/>
          </a:xfrm>
          <a:prstGeom prst="rect">
            <a:avLst/>
          </a:prstGeom>
          <a:noFill/>
          <a:ln>
            <a:noFill/>
          </a:ln>
        </p:spPr>
      </p:pic>
      <p:sp>
        <p:nvSpPr>
          <p:cNvPr id="1115" name="Google Shape;1115;p48"/>
          <p:cNvSpPr txBox="1"/>
          <p:nvPr/>
        </p:nvSpPr>
        <p:spPr>
          <a:xfrm>
            <a:off x="1035586" y="4300022"/>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116" name="Google Shape;1116;p48" descr="C:\Users\stew_da\Desktop\Universität\agreecode1.PNG"/>
          <p:cNvPicPr preferRelativeResize="0"/>
          <p:nvPr/>
        </p:nvPicPr>
        <p:blipFill rotWithShape="1">
          <a:blip r:embed="rId4">
            <a:alphaModFix/>
          </a:blip>
          <a:srcRect/>
          <a:stretch/>
        </p:blipFill>
        <p:spPr>
          <a:xfrm>
            <a:off x="714930" y="4856047"/>
            <a:ext cx="1104900" cy="180975"/>
          </a:xfrm>
          <a:prstGeom prst="rect">
            <a:avLst/>
          </a:prstGeom>
          <a:noFill/>
          <a:ln>
            <a:noFill/>
          </a:ln>
        </p:spPr>
      </p:pic>
      <p:sp>
        <p:nvSpPr>
          <p:cNvPr id="1117" name="Google Shape;1117;p48"/>
          <p:cNvSpPr txBox="1"/>
          <p:nvPr/>
        </p:nvSpPr>
        <p:spPr>
          <a:xfrm>
            <a:off x="1089714" y="4979277"/>
            <a:ext cx="46358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 .</a:t>
            </a:r>
            <a:endParaRPr sz="1800">
              <a:solidFill>
                <a:schemeClr val="dk1"/>
              </a:solidFill>
              <a:latin typeface="Arial"/>
              <a:ea typeface="Arial"/>
              <a:cs typeface="Arial"/>
              <a:sym typeface="Arial"/>
            </a:endParaRPr>
          </a:p>
        </p:txBody>
      </p:sp>
      <p:pic>
        <p:nvPicPr>
          <p:cNvPr id="1118" name="Google Shape;1118;p48" descr="C:\Users\stew_da\Desktop\Universität\endinst.PNG"/>
          <p:cNvPicPr preferRelativeResize="0"/>
          <p:nvPr/>
        </p:nvPicPr>
        <p:blipFill rotWithShape="1">
          <a:blip r:embed="rId5">
            <a:alphaModFix/>
          </a:blip>
          <a:srcRect/>
          <a:stretch/>
        </p:blipFill>
        <p:spPr>
          <a:xfrm>
            <a:off x="412177" y="6483350"/>
            <a:ext cx="952500" cy="209550"/>
          </a:xfrm>
          <a:prstGeom prst="rect">
            <a:avLst/>
          </a:prstGeom>
          <a:noFill/>
          <a:ln>
            <a:noFill/>
          </a:ln>
        </p:spPr>
      </p:pic>
      <p:pic>
        <p:nvPicPr>
          <p:cNvPr id="1119" name="Google Shape;1119;p48" descr="C:\Users\stew_da\Desktop\Universität\sacode2.PNG"/>
          <p:cNvPicPr preferRelativeResize="0"/>
          <p:nvPr/>
        </p:nvPicPr>
        <p:blipFill rotWithShape="1">
          <a:blip r:embed="rId6">
            <a:alphaModFix/>
          </a:blip>
          <a:srcRect/>
          <a:stretch/>
        </p:blipFill>
        <p:spPr>
          <a:xfrm>
            <a:off x="670862" y="5316824"/>
            <a:ext cx="1714500" cy="1133475"/>
          </a:xfrm>
          <a:prstGeom prst="rect">
            <a:avLst/>
          </a:prstGeom>
          <a:noFill/>
          <a:ln>
            <a:noFill/>
          </a:ln>
        </p:spPr>
      </p:pic>
      <p:sp>
        <p:nvSpPr>
          <p:cNvPr id="1120" name="Google Shape;1120;p48"/>
          <p:cNvSpPr/>
          <p:nvPr/>
        </p:nvSpPr>
        <p:spPr>
          <a:xfrm>
            <a:off x="297457" y="5541485"/>
            <a:ext cx="3084721" cy="904348"/>
          </a:xfrm>
          <a:prstGeom prst="roundRect">
            <a:avLst>
              <a:gd name="adj" fmla="val 16667"/>
            </a:avLst>
          </a:prstGeom>
          <a:noFill/>
          <a:ln w="38100" cap="flat" cmpd="sng">
            <a:solidFill>
              <a:schemeClr val="dk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12" name="Google Shape;1085;p45"/>
          <p:cNvSpPr txBox="1">
            <a:spLocks noGrp="1"/>
          </p:cNvSpPr>
          <p:nvPr>
            <p:ph type="title"/>
          </p:nvPr>
        </p:nvSpPr>
        <p:spPr>
          <a:xfrm>
            <a:off x="714930" y="719635"/>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smtClean="0"/>
              <a:t>Probabilistic Analysis and Maximum Faults</a:t>
            </a:r>
            <a:endParaRP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49"/>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Current Support</a:t>
            </a:r>
            <a:endParaRPr/>
          </a:p>
        </p:txBody>
      </p:sp>
      <p:sp>
        <p:nvSpPr>
          <p:cNvPr id="1127" name="Google Shape;1127;p49"/>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dirty="0"/>
              <a:t>Maximum number of faults </a:t>
            </a:r>
            <a:r>
              <a:rPr lang="en-US" dirty="0" smtClean="0"/>
              <a:t>in a given layer of the architecture</a:t>
            </a:r>
            <a:endParaRPr dirty="0"/>
          </a:p>
          <a:p>
            <a:pPr marL="342900" lvl="0" indent="-342900" algn="l" rtl="0">
              <a:spcBef>
                <a:spcPts val="360"/>
              </a:spcBef>
              <a:spcAft>
                <a:spcPts val="0"/>
              </a:spcAft>
              <a:buClr>
                <a:schemeClr val="dk1"/>
              </a:buClr>
              <a:buSzPts val="1800"/>
              <a:buFont typeface="Verdana"/>
              <a:buChar char="•"/>
            </a:pPr>
            <a:r>
              <a:rPr lang="en-US" dirty="0"/>
              <a:t>Probabilistic analysis</a:t>
            </a:r>
            <a:endParaRPr dirty="0"/>
          </a:p>
          <a:p>
            <a:pPr marL="342900" lvl="0" indent="-342900" algn="l" rtl="0">
              <a:spcBef>
                <a:spcPts val="360"/>
              </a:spcBef>
              <a:spcAft>
                <a:spcPts val="0"/>
              </a:spcAft>
              <a:buClr>
                <a:schemeClr val="dk1"/>
              </a:buClr>
              <a:buSzPts val="1800"/>
              <a:buFont typeface="Verdana"/>
              <a:buChar char="•"/>
            </a:pPr>
            <a:r>
              <a:rPr lang="en-US" dirty="0"/>
              <a:t>Hardware and software faults</a:t>
            </a:r>
            <a:endParaRPr dirty="0"/>
          </a:p>
        </p:txBody>
      </p:sp>
      <p:sp>
        <p:nvSpPr>
          <p:cNvPr id="1128" name="Google Shape;1128;p49"/>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transition>
    <p:fade thruBlk="1"/>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50"/>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Future Work</a:t>
            </a:r>
            <a:endParaRPr/>
          </a:p>
        </p:txBody>
      </p:sp>
      <p:sp>
        <p:nvSpPr>
          <p:cNvPr id="1134" name="Google Shape;1134;p50"/>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sz="2000" dirty="0"/>
              <a:t>Compositional Fault Tree Generation and Probabilistic </a:t>
            </a:r>
            <a:r>
              <a:rPr lang="en-US" sz="2000" dirty="0" smtClean="0"/>
              <a:t>Analysis</a:t>
            </a:r>
          </a:p>
          <a:p>
            <a:pPr marL="342900" lvl="0" indent="-342900" algn="l" rtl="0">
              <a:spcBef>
                <a:spcPts val="0"/>
              </a:spcBef>
              <a:spcAft>
                <a:spcPts val="0"/>
              </a:spcAft>
              <a:buClr>
                <a:schemeClr val="dk1"/>
              </a:buClr>
              <a:buSzPts val="1800"/>
              <a:buFont typeface="Verdana"/>
              <a:buChar char="•"/>
            </a:pPr>
            <a:endParaRPr lang="en-US" sz="2000" dirty="0" smtClean="0"/>
          </a:p>
          <a:p>
            <a:pPr marL="342900" lvl="0" indent="-342900" algn="l" rtl="0">
              <a:spcBef>
                <a:spcPts val="0"/>
              </a:spcBef>
              <a:spcAft>
                <a:spcPts val="0"/>
              </a:spcAft>
              <a:buClr>
                <a:schemeClr val="dk1"/>
              </a:buClr>
              <a:buSzPts val="1800"/>
              <a:buFont typeface="Verdana"/>
              <a:buChar char="•"/>
            </a:pPr>
            <a:r>
              <a:rPr lang="de-DE" sz="2000" dirty="0" smtClean="0"/>
              <a:t>Allow for more flexible modeling:</a:t>
            </a:r>
            <a:endParaRPr sz="2000" dirty="0"/>
          </a:p>
          <a:p>
            <a:pPr marL="800100" lvl="1">
              <a:buFont typeface="Verdana"/>
              <a:buChar char="•"/>
            </a:pPr>
            <a:r>
              <a:rPr lang="en-US" sz="2000" dirty="0"/>
              <a:t>Byzantine Fault Modeling</a:t>
            </a:r>
            <a:endParaRPr sz="2000" dirty="0"/>
          </a:p>
          <a:p>
            <a:pPr marL="800100" lvl="1">
              <a:buFont typeface="Verdana"/>
              <a:buChar char="•"/>
            </a:pPr>
            <a:r>
              <a:rPr lang="en-US" sz="2000" dirty="0"/>
              <a:t>Transient Faults Analysis</a:t>
            </a:r>
            <a:endParaRPr sz="2000" dirty="0"/>
          </a:p>
        </p:txBody>
      </p:sp>
      <p:sp>
        <p:nvSpPr>
          <p:cNvPr id="1135" name="Google Shape;1135;p50"/>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transition>
    <p:fade thruBlk="1"/>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139"/>
        <p:cNvGrpSpPr/>
        <p:nvPr/>
      </p:nvGrpSpPr>
      <p:grpSpPr>
        <a:xfrm>
          <a:off x="0" y="0"/>
          <a:ext cx="0" cy="0"/>
          <a:chOff x="0" y="0"/>
          <a:chExt cx="0" cy="0"/>
        </a:xfrm>
      </p:grpSpPr>
      <p:sp>
        <p:nvSpPr>
          <p:cNvPr id="1140" name="Google Shape;1140;p51"/>
          <p:cNvSpPr txBox="1">
            <a:spLocks noGrp="1"/>
          </p:cNvSpPr>
          <p:nvPr>
            <p:ph type="title"/>
          </p:nvPr>
        </p:nvSpPr>
        <p:spPr>
          <a:xfrm>
            <a:off x="762000" y="868363"/>
            <a:ext cx="7772400" cy="5032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160"/>
              <a:t>Motivation for Compositional Fault Analysis</a:t>
            </a:r>
            <a:r>
              <a:rPr lang="en-US" sz="3240"/>
              <a:t/>
            </a:r>
            <a:br>
              <a:rPr lang="en-US" sz="3240"/>
            </a:br>
            <a:endParaRPr sz="3240" b="1">
              <a:solidFill>
                <a:srgbClr val="7F7F7F"/>
              </a:solidFill>
            </a:endParaRPr>
          </a:p>
        </p:txBody>
      </p:sp>
      <p:sp>
        <p:nvSpPr>
          <p:cNvPr id="1141" name="Google Shape;1141;p51"/>
          <p:cNvSpPr txBox="1">
            <a:spLocks noGrp="1"/>
          </p:cNvSpPr>
          <p:nvPr>
            <p:ph type="body" idx="1"/>
          </p:nvPr>
        </p:nvSpPr>
        <p:spPr>
          <a:xfrm>
            <a:off x="762000" y="1600200"/>
            <a:ext cx="7924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a:t>Currently: Given top level threshold, do the fault combinations exceed it?</a:t>
            </a:r>
            <a:endParaRPr/>
          </a:p>
          <a:p>
            <a:pPr marL="342900" lvl="0" indent="-342900" algn="l" rtl="0">
              <a:spcBef>
                <a:spcPts val="360"/>
              </a:spcBef>
              <a:spcAft>
                <a:spcPts val="0"/>
              </a:spcAft>
              <a:buClr>
                <a:schemeClr val="dk1"/>
              </a:buClr>
              <a:buSzPts val="1800"/>
              <a:buFont typeface="Verdana"/>
              <a:buChar char="•"/>
            </a:pPr>
            <a:r>
              <a:rPr lang="en-US"/>
              <a:t>Desire: Given faults and probabilities, what is the threshold of the system?</a:t>
            </a:r>
            <a:endParaRPr/>
          </a:p>
          <a:p>
            <a:pPr marL="342900" lvl="0" indent="-228600" algn="l" rtl="0">
              <a:spcBef>
                <a:spcPts val="360"/>
              </a:spcBef>
              <a:spcAft>
                <a:spcPts val="0"/>
              </a:spcAft>
              <a:buClr>
                <a:schemeClr val="dk1"/>
              </a:buClr>
              <a:buSzPts val="1800"/>
              <a:buFont typeface="Verdana"/>
              <a:buNone/>
            </a:pPr>
            <a:endParaRPr/>
          </a:p>
          <a:p>
            <a:pPr marL="342900" lvl="0" indent="-342900" algn="l" rtl="0">
              <a:spcBef>
                <a:spcPts val="360"/>
              </a:spcBef>
              <a:spcAft>
                <a:spcPts val="0"/>
              </a:spcAft>
              <a:buClr>
                <a:schemeClr val="dk1"/>
              </a:buClr>
              <a:buSzPts val="1800"/>
              <a:buFont typeface="Verdana"/>
              <a:buChar char="•"/>
            </a:pPr>
            <a:r>
              <a:rPr lang="en-US"/>
              <a:t>Currently: Fault tree analysis done monolithically. </a:t>
            </a:r>
            <a:endParaRPr/>
          </a:p>
          <a:p>
            <a:pPr marL="342900" lvl="0" indent="-342900" algn="l" rtl="0">
              <a:spcBef>
                <a:spcPts val="360"/>
              </a:spcBef>
              <a:spcAft>
                <a:spcPts val="0"/>
              </a:spcAft>
              <a:buClr>
                <a:schemeClr val="dk1"/>
              </a:buClr>
              <a:buSzPts val="1800"/>
              <a:buFont typeface="Verdana"/>
              <a:buChar char="•"/>
            </a:pPr>
            <a:r>
              <a:rPr lang="en-US"/>
              <a:t>Desire: Generate informative Fault Trees containing both fault model information and nominal model architecture. </a:t>
            </a:r>
            <a:endParaRPr/>
          </a:p>
        </p:txBody>
      </p:sp>
      <p:sp>
        <p:nvSpPr>
          <p:cNvPr id="1142" name="Google Shape;1142;p51"/>
          <p:cNvSpPr txBox="1">
            <a:spLocks noGrp="1"/>
          </p:cNvSpPr>
          <p:nvPr>
            <p:ph type="sldNum" idx="12"/>
          </p:nvPr>
        </p:nvSpPr>
        <p:spPr>
          <a:xfrm>
            <a:off x="7848600" y="6477000"/>
            <a:ext cx="849313" cy="24447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transition>
    <p:fade thruBlk="1"/>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52"/>
          <p:cNvSpPr txBox="1">
            <a:spLocks noGrp="1"/>
          </p:cNvSpPr>
          <p:nvPr>
            <p:ph type="title"/>
          </p:nvPr>
        </p:nvSpPr>
        <p:spPr>
          <a:xfrm>
            <a:off x="762000" y="868363"/>
            <a:ext cx="7772400" cy="503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160"/>
              <a:t>Challenges and Lessons Learned</a:t>
            </a:r>
            <a:r>
              <a:rPr lang="en-US" sz="3240"/>
              <a:t/>
            </a:r>
            <a:br>
              <a:rPr lang="en-US" sz="3240"/>
            </a:br>
            <a:endParaRPr sz="3240" b="1">
              <a:solidFill>
                <a:srgbClr val="7F7F7F"/>
              </a:solidFill>
            </a:endParaRPr>
          </a:p>
        </p:txBody>
      </p:sp>
      <p:sp>
        <p:nvSpPr>
          <p:cNvPr id="1148" name="Google Shape;1148;p52"/>
          <p:cNvSpPr txBox="1">
            <a:spLocks noGrp="1"/>
          </p:cNvSpPr>
          <p:nvPr>
            <p:ph type="body" idx="1"/>
          </p:nvPr>
        </p:nvSpPr>
        <p:spPr>
          <a:xfrm>
            <a:off x="762000" y="1600200"/>
            <a:ext cx="7924800" cy="45261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Verdana"/>
              <a:buChar char="•"/>
            </a:pPr>
            <a:r>
              <a:rPr lang="en-US"/>
              <a:t>Theorizing an idea </a:t>
            </a:r>
            <a:endParaRPr/>
          </a:p>
          <a:p>
            <a:pPr marL="342900" lvl="0" indent="-342900" algn="l" rtl="0">
              <a:spcBef>
                <a:spcPts val="0"/>
              </a:spcBef>
              <a:spcAft>
                <a:spcPts val="0"/>
              </a:spcAft>
              <a:buSzPts val="1800"/>
              <a:buChar char="•"/>
            </a:pPr>
            <a:r>
              <a:rPr lang="en-US"/>
              <a:t>The correct implementation of the theory</a:t>
            </a:r>
            <a:endParaRPr/>
          </a:p>
          <a:p>
            <a:pPr marL="342900" lvl="0" indent="-342900" algn="l" rtl="0">
              <a:spcBef>
                <a:spcPts val="0"/>
              </a:spcBef>
              <a:spcAft>
                <a:spcPts val="0"/>
              </a:spcAft>
              <a:buSzPts val="1800"/>
              <a:buChar char="•"/>
            </a:pPr>
            <a:r>
              <a:rPr lang="en-US"/>
              <a:t>The correct order of theorizing and </a:t>
            </a:r>
            <a:r>
              <a:rPr lang="en-US" i="1"/>
              <a:t>then</a:t>
            </a:r>
            <a:r>
              <a:rPr lang="en-US"/>
              <a:t> implementing</a:t>
            </a:r>
            <a:endParaRPr/>
          </a:p>
          <a:p>
            <a:pPr marL="342900" lvl="0" indent="-342900" algn="l" rtl="0">
              <a:spcBef>
                <a:spcPts val="0"/>
              </a:spcBef>
              <a:spcAft>
                <a:spcPts val="0"/>
              </a:spcAft>
              <a:buSzPts val="1800"/>
              <a:buChar char="•"/>
            </a:pPr>
            <a:r>
              <a:rPr lang="en-US"/>
              <a:t>The challenge of working with pre-existing tools and extending a language correctly</a:t>
            </a:r>
            <a:endParaRPr/>
          </a:p>
          <a:p>
            <a:pPr marL="342900" lvl="0" indent="-342900" algn="l" rtl="0">
              <a:spcBef>
                <a:spcPts val="0"/>
              </a:spcBef>
              <a:spcAft>
                <a:spcPts val="0"/>
              </a:spcAft>
              <a:buSzPts val="1800"/>
              <a:buChar char="•"/>
            </a:pPr>
            <a:r>
              <a:rPr lang="en-US"/>
              <a:t>Staying up-to-date on new research in the field</a:t>
            </a:r>
            <a:endParaRPr/>
          </a:p>
        </p:txBody>
      </p:sp>
      <p:sp>
        <p:nvSpPr>
          <p:cNvPr id="1149" name="Google Shape;1149;p52"/>
          <p:cNvSpPr txBox="1">
            <a:spLocks noGrp="1"/>
          </p:cNvSpPr>
          <p:nvPr>
            <p:ph type="sldNum" idx="12"/>
          </p:nvPr>
        </p:nvSpPr>
        <p:spPr>
          <a:xfrm>
            <a:off x="7848600" y="6477000"/>
            <a:ext cx="849300" cy="2445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smtClean="0"/>
              <a:t>A special thank you to...</a:t>
            </a:r>
            <a:endParaRPr lang="en-US" dirty="0"/>
          </a:p>
        </p:txBody>
      </p:sp>
      <p:sp>
        <p:nvSpPr>
          <p:cNvPr id="3" name="Text Placeholder 2"/>
          <p:cNvSpPr>
            <a:spLocks noGrp="1"/>
          </p:cNvSpPr>
          <p:nvPr>
            <p:ph type="body" idx="1"/>
          </p:nvPr>
        </p:nvSpPr>
        <p:spPr/>
        <p:txBody>
          <a:bodyPr/>
          <a:lstStyle/>
          <a:p>
            <a:r>
              <a:rPr lang="de-DE" sz="2000" dirty="0" smtClean="0"/>
              <a:t>Darren Cofer, Janet Liu, and Mike Peterson from Collins Aerospace</a:t>
            </a:r>
          </a:p>
          <a:p>
            <a:r>
              <a:rPr lang="de-DE" sz="2000" dirty="0" smtClean="0"/>
              <a:t>Kurt Woodham from NASA</a:t>
            </a:r>
          </a:p>
          <a:p>
            <a:r>
              <a:rPr lang="de-DE" sz="2000" dirty="0" smtClean="0"/>
              <a:t>Mike Whalen from UMN/Amazon</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513625948"/>
      </p:ext>
    </p:extLst>
  </p:cSld>
  <p:clrMapOvr>
    <a:masterClrMapping/>
  </p:clrMapOvr>
  <p:transition>
    <p:fade thruBlk="1"/>
  </p:transition>
  <p:timing>
    <p:tnLst>
      <p:par>
        <p:cTn id="1" dur="indefinite" restart="never" nodeType="tmRoot"/>
      </p:par>
    </p:tnLst>
  </p:timing>
</p:sld>
</file>

<file path=ppt/theme/theme1.xml><?xml version="1.0" encoding="utf-8"?>
<a:theme xmlns:a="http://schemas.openxmlformats.org/drawingml/2006/main" name="RC_standard_grey">
  <a:themeElements>
    <a:clrScheme name="RC_standard_grey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C_standard_grey">
  <a:themeElements>
    <a:clrScheme name="RC_standard_grey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1498</TotalTime>
  <Words>1482</Words>
  <Application>Microsoft Office PowerPoint</Application>
  <PresentationFormat>On-screen Show (4:3)</PresentationFormat>
  <Paragraphs>481</Paragraphs>
  <Slides>33</Slides>
  <Notes>31</Notes>
  <HiddenSlides>4</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Arial</vt:lpstr>
      <vt:lpstr>Arial Black</vt:lpstr>
      <vt:lpstr>Century Gothic</vt:lpstr>
      <vt:lpstr>Noto Sans Symbols</vt:lpstr>
      <vt:lpstr>Droid Sans Mono</vt:lpstr>
      <vt:lpstr>Calibri</vt:lpstr>
      <vt:lpstr>Verdana</vt:lpstr>
      <vt:lpstr>Questrial</vt:lpstr>
      <vt:lpstr>RC_standard_grey</vt:lpstr>
      <vt:lpstr>RC_standard_grey</vt:lpstr>
      <vt:lpstr>Architectural Modeling and Analysis for Safety Engineering (AMASE)</vt:lpstr>
      <vt:lpstr>Motivation</vt:lpstr>
      <vt:lpstr>Model-Based Development</vt:lpstr>
      <vt:lpstr>Model-Based Safety Analysis</vt:lpstr>
      <vt:lpstr>Fault and Failure Definitions</vt:lpstr>
      <vt:lpstr>Conceptions of MBSA</vt:lpstr>
      <vt:lpstr>Existing Tools and Methods</vt:lpstr>
      <vt:lpstr>Where does the our research fit?</vt:lpstr>
      <vt:lpstr>Existing Tools and Methods</vt:lpstr>
      <vt:lpstr>Creation of Nominal System Model</vt:lpstr>
      <vt:lpstr>Wheel Brake System</vt:lpstr>
      <vt:lpstr>Architecture Analysis and Design Language (AADL)</vt:lpstr>
      <vt:lpstr>Architecture Modeling and Analysis Tools</vt:lpstr>
      <vt:lpstr>WBS AADL Model</vt:lpstr>
      <vt:lpstr>PowerPoint Presentation</vt:lpstr>
      <vt:lpstr>AGREE: Assume Guarantee Reasoning Environment</vt:lpstr>
      <vt:lpstr>PowerPoint Presentation</vt:lpstr>
      <vt:lpstr>PowerPoint Presentation</vt:lpstr>
      <vt:lpstr>PowerPoint Presentation</vt:lpstr>
      <vt:lpstr>PowerPoint Presentation</vt:lpstr>
      <vt:lpstr>PowerPoint Presentation</vt:lpstr>
      <vt:lpstr>WBS Top Level Property : No inadvertent braking</vt:lpstr>
      <vt:lpstr>A Fault on the Pedal Sensor Component</vt:lpstr>
      <vt:lpstr>Active Sensor Fault</vt:lpstr>
      <vt:lpstr>Probabilistic Analysis and Maximum Faults</vt:lpstr>
      <vt:lpstr>PowerPoint Presentation</vt:lpstr>
      <vt:lpstr>Probabilistic Analysis and Maximum Faults</vt:lpstr>
      <vt:lpstr>Probabilistic Analysis and Maximum Faults</vt:lpstr>
      <vt:lpstr>Current Support</vt:lpstr>
      <vt:lpstr>Future Work</vt:lpstr>
      <vt:lpstr>Motivation for Compositional Fault Analysis </vt:lpstr>
      <vt:lpstr>Challenges and Lessons Learned </vt:lpstr>
      <vt:lpstr>A special thank you 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Modeling and Analysis for Safety Engineering (AMASE)</dc:title>
  <cp:lastModifiedBy>Danielle Stewart</cp:lastModifiedBy>
  <cp:revision>15</cp:revision>
  <dcterms:modified xsi:type="dcterms:W3CDTF">2019-01-29T15:19:46Z</dcterms:modified>
</cp:coreProperties>
</file>